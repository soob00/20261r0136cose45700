
<file path=[Content_Types].xml><?xml version="1.0" encoding="utf-8"?>
<Types xmlns="http://schemas.openxmlformats.org/package/2006/content-types">
  <Default Extension="mov" ContentType="video/quicktime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B7F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09"/>
    <p:restoredTop sz="74694"/>
  </p:normalViewPr>
  <p:slideViewPr>
    <p:cSldViewPr snapToGrid="0" snapToObjects="1">
      <p:cViewPr varScale="1">
        <p:scale>
          <a:sx n="94" d="100"/>
          <a:sy n="94" d="100"/>
        </p:scale>
        <p:origin x="21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9284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안녕하세요</a:t>
            </a:r>
            <a:r>
              <a:rPr dirty="0"/>
              <a:t>, </a:t>
            </a:r>
            <a:r>
              <a:rPr lang="en-US" altLang="ko-KR" sz="12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UNFLATTEN</a:t>
            </a:r>
            <a:r>
              <a:rPr dirty="0" err="1"/>
              <a:t>팀입니다</a:t>
            </a:r>
            <a:r>
              <a:rPr dirty="0"/>
              <a:t>.</a:t>
            </a:r>
          </a:p>
          <a:p>
            <a:r>
              <a:rPr dirty="0" err="1"/>
              <a:t>저희는</a:t>
            </a:r>
            <a:r>
              <a:rPr dirty="0"/>
              <a:t> </a:t>
            </a:r>
            <a:r>
              <a:rPr dirty="0" err="1"/>
              <a:t>사진</a:t>
            </a:r>
            <a:r>
              <a:rPr dirty="0"/>
              <a:t> </a:t>
            </a:r>
            <a:r>
              <a:rPr dirty="0" err="1"/>
              <a:t>한</a:t>
            </a:r>
            <a:r>
              <a:rPr dirty="0"/>
              <a:t> </a:t>
            </a:r>
            <a:r>
              <a:rPr dirty="0" err="1"/>
              <a:t>장으로</a:t>
            </a:r>
            <a:r>
              <a:rPr dirty="0"/>
              <a:t> 30초 </a:t>
            </a:r>
            <a:r>
              <a:rPr dirty="0" err="1"/>
              <a:t>만에</a:t>
            </a:r>
            <a:r>
              <a:rPr dirty="0"/>
              <a:t> </a:t>
            </a:r>
            <a:r>
              <a:rPr dirty="0" err="1"/>
              <a:t>나만의</a:t>
            </a:r>
            <a:r>
              <a:rPr dirty="0"/>
              <a:t> 3D </a:t>
            </a:r>
            <a:r>
              <a:rPr dirty="0" err="1"/>
              <a:t>VTuber</a:t>
            </a:r>
            <a:r>
              <a:rPr dirty="0"/>
              <a:t> </a:t>
            </a:r>
            <a:r>
              <a:rPr dirty="0" err="1"/>
              <a:t>아바타를</a:t>
            </a:r>
            <a:r>
              <a:rPr dirty="0"/>
              <a:t> </a:t>
            </a:r>
            <a:r>
              <a:rPr dirty="0" err="1"/>
              <a:t>만들</a:t>
            </a:r>
            <a:r>
              <a:rPr dirty="0"/>
              <a:t> </a:t>
            </a:r>
            <a:r>
              <a:rPr dirty="0" err="1"/>
              <a:t>수</a:t>
            </a:r>
            <a:r>
              <a:rPr dirty="0"/>
              <a:t> </a:t>
            </a:r>
            <a:r>
              <a:rPr dirty="0" err="1"/>
              <a:t>있는</a:t>
            </a:r>
            <a:r>
              <a:rPr dirty="0"/>
              <a:t> </a:t>
            </a:r>
            <a:r>
              <a:rPr dirty="0" err="1"/>
              <a:t>웹</a:t>
            </a:r>
            <a:r>
              <a:rPr dirty="0"/>
              <a:t> SaaS </a:t>
            </a:r>
            <a:r>
              <a:rPr dirty="0" err="1"/>
              <a:t>플랫폼을</a:t>
            </a:r>
            <a:r>
              <a:rPr dirty="0"/>
              <a:t> </a:t>
            </a:r>
            <a:r>
              <a:rPr dirty="0" err="1"/>
              <a:t>개발하고</a:t>
            </a:r>
            <a:r>
              <a:rPr dirty="0"/>
              <a:t> </a:t>
            </a:r>
            <a:r>
              <a:rPr dirty="0" err="1"/>
              <a:t>있습니다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오늘은</a:t>
            </a:r>
            <a:r>
              <a:rPr dirty="0"/>
              <a:t> </a:t>
            </a:r>
            <a:r>
              <a:rPr lang="ko-KR" altLang="en-US" dirty="0" err="1"/>
              <a:t>피봇된</a:t>
            </a:r>
            <a:r>
              <a:rPr lang="ko-KR" altLang="en-US" dirty="0"/>
              <a:t> 저희의 새로운 아이디어 기획에 대한 내용과</a:t>
            </a:r>
            <a:r>
              <a:rPr lang="en-US" altLang="ko-KR" dirty="0"/>
              <a:t>, </a:t>
            </a:r>
            <a:r>
              <a:rPr dirty="0" err="1"/>
              <a:t>기획안에</a:t>
            </a:r>
            <a:r>
              <a:rPr dirty="0"/>
              <a:t> </a:t>
            </a:r>
            <a:r>
              <a:rPr dirty="0" err="1"/>
              <a:t>따른</a:t>
            </a:r>
            <a:r>
              <a:rPr dirty="0"/>
              <a:t> MVP </a:t>
            </a:r>
            <a:r>
              <a:rPr dirty="0" err="1"/>
              <a:t>개발의</a:t>
            </a:r>
            <a:r>
              <a:rPr dirty="0"/>
              <a:t> </a:t>
            </a:r>
            <a:r>
              <a:rPr dirty="0" err="1"/>
              <a:t>진척</a:t>
            </a:r>
            <a:r>
              <a:rPr dirty="0"/>
              <a:t> </a:t>
            </a:r>
            <a:r>
              <a:rPr dirty="0" err="1"/>
              <a:t>상황</a:t>
            </a:r>
            <a:r>
              <a:rPr lang="ko-KR" altLang="en-US" dirty="0"/>
              <a:t> 및</a:t>
            </a:r>
            <a:r>
              <a:rPr dirty="0"/>
              <a:t> </a:t>
            </a:r>
            <a:r>
              <a:rPr dirty="0" err="1"/>
              <a:t>앞으로의</a:t>
            </a:r>
            <a:r>
              <a:rPr dirty="0"/>
              <a:t> </a:t>
            </a:r>
            <a:r>
              <a:rPr dirty="0" err="1"/>
              <a:t>계획을</a:t>
            </a:r>
            <a:r>
              <a:rPr dirty="0"/>
              <a:t> </a:t>
            </a:r>
            <a:r>
              <a:rPr dirty="0" err="1"/>
              <a:t>공유드리고</a:t>
            </a:r>
            <a:r>
              <a:rPr lang="ko-KR" altLang="en-US" dirty="0"/>
              <a:t>자 </a:t>
            </a:r>
            <a:r>
              <a:rPr dirty="0" err="1"/>
              <a:t>합니다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팀은</a:t>
            </a:r>
            <a:r>
              <a:rPr dirty="0"/>
              <a:t> </a:t>
            </a:r>
            <a:r>
              <a:rPr dirty="0" err="1"/>
              <a:t>이현지·조수빈·최윤수·백승우·장동윤</a:t>
            </a:r>
            <a:r>
              <a:rPr dirty="0"/>
              <a:t> </a:t>
            </a:r>
            <a:r>
              <a:rPr dirty="0" err="1"/>
              <a:t>다섯</a:t>
            </a:r>
            <a:r>
              <a:rPr dirty="0"/>
              <a:t> </a:t>
            </a:r>
            <a:r>
              <a:rPr dirty="0" err="1"/>
              <a:t>명이</a:t>
            </a:r>
            <a:r>
              <a:rPr dirty="0"/>
              <a:t> </a:t>
            </a:r>
            <a:r>
              <a:rPr dirty="0" err="1"/>
              <a:t>각자</a:t>
            </a:r>
            <a:r>
              <a:rPr dirty="0"/>
              <a:t> 3D </a:t>
            </a:r>
            <a:r>
              <a:rPr dirty="0" err="1"/>
              <a:t>마스터</a:t>
            </a:r>
            <a:r>
              <a:rPr dirty="0"/>
              <a:t> </a:t>
            </a:r>
            <a:r>
              <a:rPr dirty="0" err="1"/>
              <a:t>템플릿</a:t>
            </a:r>
            <a:r>
              <a:rPr dirty="0"/>
              <a:t>, </a:t>
            </a:r>
            <a:r>
              <a:rPr dirty="0" err="1"/>
              <a:t>특징</a:t>
            </a:r>
            <a:r>
              <a:rPr dirty="0"/>
              <a:t> </a:t>
            </a:r>
            <a:r>
              <a:rPr dirty="0" err="1"/>
              <a:t>추출과</a:t>
            </a:r>
            <a:r>
              <a:rPr dirty="0"/>
              <a:t> </a:t>
            </a:r>
            <a:r>
              <a:rPr dirty="0" err="1"/>
              <a:t>파이프라인</a:t>
            </a:r>
            <a:r>
              <a:rPr dirty="0"/>
              <a:t>, </a:t>
            </a:r>
            <a:r>
              <a:rPr dirty="0" err="1"/>
              <a:t>렌더링</a:t>
            </a:r>
            <a:r>
              <a:rPr dirty="0"/>
              <a:t> </a:t>
            </a:r>
            <a:r>
              <a:rPr dirty="0" err="1"/>
              <a:t>검증과</a:t>
            </a:r>
            <a:r>
              <a:rPr dirty="0"/>
              <a:t> Unity VRM, 3D </a:t>
            </a:r>
            <a:r>
              <a:rPr dirty="0" err="1"/>
              <a:t>웹뷰어와</a:t>
            </a:r>
            <a:r>
              <a:rPr dirty="0"/>
              <a:t> </a:t>
            </a:r>
            <a:r>
              <a:rPr dirty="0" err="1"/>
              <a:t>슬라이더</a:t>
            </a:r>
            <a:r>
              <a:rPr dirty="0"/>
              <a:t>, </a:t>
            </a:r>
            <a:r>
              <a:rPr dirty="0" err="1"/>
              <a:t>백엔드와</a:t>
            </a:r>
            <a:r>
              <a:rPr dirty="0"/>
              <a:t> AWS </a:t>
            </a:r>
            <a:r>
              <a:rPr dirty="0" err="1"/>
              <a:t>인프라</a:t>
            </a:r>
            <a:r>
              <a:rPr dirty="0"/>
              <a:t> </a:t>
            </a:r>
            <a:r>
              <a:rPr dirty="0" err="1"/>
              <a:t>영역을</a:t>
            </a:r>
            <a:r>
              <a:rPr dirty="0"/>
              <a:t> </a:t>
            </a:r>
            <a:r>
              <a:rPr dirty="0" err="1"/>
              <a:t>맡아</a:t>
            </a:r>
            <a:r>
              <a:rPr dirty="0"/>
              <a:t> </a:t>
            </a:r>
            <a:r>
              <a:rPr dirty="0" err="1"/>
              <a:t>진행하고</a:t>
            </a:r>
            <a:r>
              <a:rPr dirty="0"/>
              <a:t> </a:t>
            </a:r>
            <a:r>
              <a:rPr dirty="0" err="1"/>
              <a:t>있습니다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저희가</a:t>
            </a:r>
            <a:r>
              <a:rPr dirty="0"/>
              <a:t> </a:t>
            </a:r>
            <a:r>
              <a:rPr dirty="0" err="1"/>
              <a:t>만들고</a:t>
            </a:r>
            <a:r>
              <a:rPr dirty="0"/>
              <a:t> </a:t>
            </a:r>
            <a:r>
              <a:rPr dirty="0" err="1"/>
              <a:t>있는</a:t>
            </a:r>
            <a:r>
              <a:rPr dirty="0"/>
              <a:t> </a:t>
            </a:r>
            <a:r>
              <a:rPr dirty="0" err="1"/>
              <a:t>제품을</a:t>
            </a:r>
            <a:r>
              <a:rPr dirty="0"/>
              <a:t> </a:t>
            </a:r>
            <a:r>
              <a:rPr dirty="0" err="1"/>
              <a:t>한</a:t>
            </a:r>
            <a:r>
              <a:rPr dirty="0"/>
              <a:t> </a:t>
            </a:r>
            <a:r>
              <a:rPr dirty="0" err="1"/>
              <a:t>줄로</a:t>
            </a:r>
            <a:r>
              <a:rPr dirty="0"/>
              <a:t> </a:t>
            </a:r>
            <a:r>
              <a:rPr dirty="0" err="1"/>
              <a:t>정의하면</a:t>
            </a:r>
            <a:r>
              <a:rPr dirty="0"/>
              <a:t>, </a:t>
            </a:r>
            <a:r>
              <a:rPr dirty="0" err="1"/>
              <a:t>AI가</a:t>
            </a:r>
            <a:r>
              <a:rPr dirty="0"/>
              <a:t> </a:t>
            </a:r>
            <a:r>
              <a:rPr dirty="0" err="1"/>
              <a:t>사진을</a:t>
            </a:r>
            <a:r>
              <a:rPr dirty="0"/>
              <a:t> 3D로 </a:t>
            </a:r>
            <a:r>
              <a:rPr dirty="0" err="1"/>
              <a:t>변환하고</a:t>
            </a:r>
            <a:r>
              <a:rPr dirty="0"/>
              <a:t>, </a:t>
            </a:r>
            <a:r>
              <a:rPr dirty="0" err="1"/>
              <a:t>표준</a:t>
            </a:r>
            <a:r>
              <a:rPr dirty="0"/>
              <a:t> </a:t>
            </a:r>
            <a:r>
              <a:rPr dirty="0" err="1"/>
              <a:t>VTuber</a:t>
            </a:r>
            <a:r>
              <a:rPr dirty="0"/>
              <a:t> </a:t>
            </a:r>
            <a:r>
              <a:rPr dirty="0" err="1"/>
              <a:t>템플릿</a:t>
            </a:r>
            <a:r>
              <a:rPr dirty="0"/>
              <a:t> </a:t>
            </a:r>
            <a:r>
              <a:rPr dirty="0" err="1"/>
              <a:t>슬라이더로</a:t>
            </a:r>
            <a:r>
              <a:rPr dirty="0"/>
              <a:t> </a:t>
            </a:r>
            <a:r>
              <a:rPr dirty="0" err="1"/>
              <a:t>편집해</a:t>
            </a:r>
            <a:r>
              <a:rPr dirty="0"/>
              <a:t> VRM </a:t>
            </a:r>
            <a:r>
              <a:rPr dirty="0" err="1"/>
              <a:t>파일로</a:t>
            </a:r>
            <a:r>
              <a:rPr dirty="0"/>
              <a:t> </a:t>
            </a:r>
            <a:r>
              <a:rPr dirty="0" err="1"/>
              <a:t>즉시</a:t>
            </a:r>
            <a:r>
              <a:rPr dirty="0"/>
              <a:t> </a:t>
            </a:r>
            <a:r>
              <a:rPr dirty="0" err="1"/>
              <a:t>활동할</a:t>
            </a:r>
            <a:r>
              <a:rPr dirty="0"/>
              <a:t> </a:t>
            </a:r>
            <a:r>
              <a:rPr dirty="0" err="1"/>
              <a:t>수</a:t>
            </a:r>
            <a:r>
              <a:rPr dirty="0"/>
              <a:t> </a:t>
            </a:r>
            <a:r>
              <a:rPr dirty="0" err="1"/>
              <a:t>있는</a:t>
            </a:r>
            <a:r>
              <a:rPr dirty="0"/>
              <a:t> </a:t>
            </a:r>
            <a:r>
              <a:rPr dirty="0" err="1"/>
              <a:t>웹</a:t>
            </a:r>
            <a:r>
              <a:rPr dirty="0"/>
              <a:t> SaaS </a:t>
            </a:r>
            <a:r>
              <a:rPr dirty="0" err="1"/>
              <a:t>플랫폼입니다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추구하는</a:t>
            </a:r>
            <a:r>
              <a:rPr dirty="0"/>
              <a:t> </a:t>
            </a: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가치는</a:t>
            </a:r>
            <a:r>
              <a:rPr dirty="0"/>
              <a:t> </a:t>
            </a:r>
            <a:r>
              <a:rPr dirty="0" err="1"/>
              <a:t>네</a:t>
            </a:r>
            <a:r>
              <a:rPr dirty="0"/>
              <a:t> </a:t>
            </a:r>
            <a:r>
              <a:rPr dirty="0" err="1"/>
              <a:t>가지입니다</a:t>
            </a:r>
            <a:r>
              <a:rPr dirty="0"/>
              <a:t>.</a:t>
            </a:r>
          </a:p>
          <a:p>
            <a:r>
              <a:rPr dirty="0" err="1"/>
              <a:t>첫째</a:t>
            </a:r>
            <a:r>
              <a:rPr dirty="0"/>
              <a:t>, </a:t>
            </a:r>
            <a:r>
              <a:rPr dirty="0" err="1"/>
              <a:t>접근성</a:t>
            </a:r>
            <a:r>
              <a:rPr dirty="0"/>
              <a:t> </a:t>
            </a:r>
            <a:r>
              <a:rPr dirty="0" err="1"/>
              <a:t>혁신</a:t>
            </a:r>
            <a:r>
              <a:rPr dirty="0"/>
              <a:t> — </a:t>
            </a:r>
            <a:r>
              <a:rPr dirty="0" err="1"/>
              <a:t>사진</a:t>
            </a:r>
            <a:r>
              <a:rPr dirty="0"/>
              <a:t> </a:t>
            </a:r>
            <a:r>
              <a:rPr dirty="0" err="1"/>
              <a:t>한</a:t>
            </a:r>
            <a:r>
              <a:rPr dirty="0"/>
              <a:t> </a:t>
            </a:r>
            <a:r>
              <a:rPr dirty="0" err="1"/>
              <a:t>장으로</a:t>
            </a:r>
            <a:r>
              <a:rPr dirty="0"/>
              <a:t> </a:t>
            </a:r>
            <a:r>
              <a:rPr dirty="0" err="1"/>
              <a:t>전문</a:t>
            </a:r>
            <a:r>
              <a:rPr dirty="0"/>
              <a:t> </a:t>
            </a:r>
            <a:r>
              <a:rPr dirty="0" err="1"/>
              <a:t>지식</a:t>
            </a:r>
            <a:r>
              <a:rPr dirty="0"/>
              <a:t> </a:t>
            </a:r>
            <a:r>
              <a:rPr dirty="0" err="1"/>
              <a:t>없이</a:t>
            </a:r>
            <a:r>
              <a:rPr dirty="0"/>
              <a:t> 30초 </a:t>
            </a:r>
            <a:r>
              <a:rPr dirty="0" err="1"/>
              <a:t>안에</a:t>
            </a:r>
            <a:r>
              <a:rPr dirty="0"/>
              <a:t> </a:t>
            </a:r>
            <a:r>
              <a:rPr dirty="0" err="1"/>
              <a:t>아바타를</a:t>
            </a:r>
            <a:r>
              <a:rPr dirty="0"/>
              <a:t> </a:t>
            </a:r>
            <a:r>
              <a:rPr dirty="0" err="1"/>
              <a:t>만들</a:t>
            </a:r>
            <a:r>
              <a:rPr dirty="0"/>
              <a:t> </a:t>
            </a:r>
            <a:r>
              <a:rPr dirty="0" err="1"/>
              <a:t>수</a:t>
            </a:r>
            <a:r>
              <a:rPr dirty="0"/>
              <a:t> </a:t>
            </a:r>
            <a:r>
              <a:rPr dirty="0" err="1"/>
              <a:t>있습니다</a:t>
            </a:r>
            <a:r>
              <a:rPr dirty="0"/>
              <a:t>.</a:t>
            </a:r>
          </a:p>
          <a:p>
            <a:r>
              <a:rPr dirty="0" err="1"/>
              <a:t>둘째</a:t>
            </a:r>
            <a:r>
              <a:rPr dirty="0"/>
              <a:t>, </a:t>
            </a:r>
            <a:r>
              <a:rPr dirty="0" err="1"/>
              <a:t>편집</a:t>
            </a:r>
            <a:r>
              <a:rPr dirty="0"/>
              <a:t> </a:t>
            </a:r>
            <a:r>
              <a:rPr dirty="0" err="1"/>
              <a:t>자유도</a:t>
            </a:r>
            <a:r>
              <a:rPr dirty="0"/>
              <a:t> — 60개 </a:t>
            </a:r>
            <a:r>
              <a:rPr dirty="0" err="1"/>
              <a:t>넘는</a:t>
            </a:r>
            <a:r>
              <a:rPr dirty="0"/>
              <a:t> </a:t>
            </a:r>
            <a:r>
              <a:rPr dirty="0" err="1"/>
              <a:t>블렌드셰이프</a:t>
            </a:r>
            <a:r>
              <a:rPr dirty="0"/>
              <a:t> </a:t>
            </a:r>
            <a:r>
              <a:rPr dirty="0" err="1"/>
              <a:t>슬라이더로</a:t>
            </a:r>
            <a:r>
              <a:rPr dirty="0"/>
              <a:t> </a:t>
            </a:r>
            <a:r>
              <a:rPr dirty="0" err="1"/>
              <a:t>표정·체형·의상을</a:t>
            </a:r>
            <a:r>
              <a:rPr dirty="0"/>
              <a:t> </a:t>
            </a:r>
            <a:r>
              <a:rPr dirty="0" err="1"/>
              <a:t>미세</a:t>
            </a:r>
            <a:r>
              <a:rPr dirty="0"/>
              <a:t> </a:t>
            </a:r>
            <a:r>
              <a:rPr dirty="0" err="1"/>
              <a:t>조정할</a:t>
            </a:r>
            <a:r>
              <a:rPr dirty="0"/>
              <a:t> </a:t>
            </a:r>
            <a:r>
              <a:rPr dirty="0" err="1"/>
              <a:t>수</a:t>
            </a:r>
            <a:r>
              <a:rPr dirty="0"/>
              <a:t> </a:t>
            </a:r>
            <a:r>
              <a:rPr dirty="0" err="1"/>
              <a:t>있습니다</a:t>
            </a:r>
            <a:r>
              <a:rPr dirty="0"/>
              <a:t>.</a:t>
            </a:r>
          </a:p>
          <a:p>
            <a:r>
              <a:rPr dirty="0" err="1"/>
              <a:t>셋째</a:t>
            </a:r>
            <a:r>
              <a:rPr dirty="0"/>
              <a:t>, </a:t>
            </a:r>
            <a:r>
              <a:rPr dirty="0" err="1"/>
              <a:t>저작권</a:t>
            </a:r>
            <a:r>
              <a:rPr dirty="0"/>
              <a:t> </a:t>
            </a:r>
            <a:r>
              <a:rPr dirty="0" err="1"/>
              <a:t>보장</a:t>
            </a:r>
            <a:r>
              <a:rPr dirty="0"/>
              <a:t> — </a:t>
            </a:r>
            <a:r>
              <a:rPr dirty="0" err="1"/>
              <a:t>생성된</a:t>
            </a:r>
            <a:r>
              <a:rPr dirty="0"/>
              <a:t> </a:t>
            </a:r>
            <a:r>
              <a:rPr dirty="0" err="1"/>
              <a:t>아바타의</a:t>
            </a:r>
            <a:r>
              <a:rPr dirty="0"/>
              <a:t> </a:t>
            </a:r>
            <a:r>
              <a:rPr dirty="0" err="1"/>
              <a:t>완전한</a:t>
            </a:r>
            <a:r>
              <a:rPr dirty="0"/>
              <a:t> </a:t>
            </a:r>
            <a:r>
              <a:rPr dirty="0" err="1"/>
              <a:t>저작권을</a:t>
            </a:r>
            <a:r>
              <a:rPr dirty="0"/>
              <a:t> </a:t>
            </a:r>
            <a:r>
              <a:rPr dirty="0" err="1"/>
              <a:t>사용자가</a:t>
            </a:r>
            <a:r>
              <a:rPr dirty="0"/>
              <a:t> </a:t>
            </a:r>
            <a:r>
              <a:rPr dirty="0" err="1"/>
              <a:t>소유합니다</a:t>
            </a:r>
            <a:r>
              <a:rPr dirty="0"/>
              <a:t>.</a:t>
            </a:r>
          </a:p>
          <a:p>
            <a:r>
              <a:rPr dirty="0" err="1"/>
              <a:t>넷째</a:t>
            </a:r>
            <a:r>
              <a:rPr dirty="0"/>
              <a:t>, </a:t>
            </a:r>
            <a:r>
              <a:rPr dirty="0" err="1"/>
              <a:t>플랫폼</a:t>
            </a:r>
            <a:r>
              <a:rPr dirty="0"/>
              <a:t> </a:t>
            </a:r>
            <a:r>
              <a:rPr dirty="0" err="1"/>
              <a:t>호환</a:t>
            </a:r>
            <a:r>
              <a:rPr dirty="0"/>
              <a:t> — </a:t>
            </a:r>
            <a:r>
              <a:rPr dirty="0" err="1"/>
              <a:t>Unity와</a:t>
            </a:r>
            <a:r>
              <a:rPr dirty="0"/>
              <a:t> </a:t>
            </a:r>
            <a:r>
              <a:rPr dirty="0" err="1"/>
              <a:t>UniVRM</a:t>
            </a:r>
            <a:r>
              <a:rPr dirty="0"/>
              <a:t> </a:t>
            </a:r>
            <a:r>
              <a:rPr dirty="0" err="1"/>
              <a:t>기반이라</a:t>
            </a:r>
            <a:r>
              <a:rPr dirty="0"/>
              <a:t> OBS, </a:t>
            </a:r>
            <a:r>
              <a:rPr dirty="0" err="1"/>
              <a:t>VSeeFace</a:t>
            </a:r>
            <a:r>
              <a:rPr dirty="0"/>
              <a:t> </a:t>
            </a:r>
            <a:r>
              <a:rPr dirty="0" err="1"/>
              <a:t>같은</a:t>
            </a:r>
            <a:r>
              <a:rPr dirty="0"/>
              <a:t> </a:t>
            </a:r>
            <a:r>
              <a:rPr dirty="0" err="1"/>
              <a:t>주요</a:t>
            </a:r>
            <a:r>
              <a:rPr dirty="0"/>
              <a:t> </a:t>
            </a:r>
            <a:r>
              <a:rPr dirty="0" err="1"/>
              <a:t>VTuber</a:t>
            </a:r>
            <a:r>
              <a:rPr dirty="0"/>
              <a:t> </a:t>
            </a:r>
            <a:r>
              <a:rPr dirty="0" err="1"/>
              <a:t>도구와</a:t>
            </a:r>
            <a:r>
              <a:rPr dirty="0"/>
              <a:t> </a:t>
            </a:r>
            <a:r>
              <a:rPr dirty="0" err="1"/>
              <a:t>즉시</a:t>
            </a:r>
            <a:r>
              <a:rPr dirty="0"/>
              <a:t> </a:t>
            </a:r>
            <a:r>
              <a:rPr dirty="0" err="1"/>
              <a:t>연동됩니다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비전은</a:t>
            </a:r>
            <a:r>
              <a:rPr dirty="0"/>
              <a:t> </a:t>
            </a:r>
            <a:r>
              <a:rPr dirty="0" err="1"/>
              <a:t>한</a:t>
            </a:r>
            <a:r>
              <a:rPr dirty="0"/>
              <a:t> </a:t>
            </a:r>
            <a:r>
              <a:rPr dirty="0" err="1"/>
              <a:t>문장입니다</a:t>
            </a:r>
            <a:r>
              <a:rPr dirty="0"/>
              <a:t>. </a:t>
            </a:r>
            <a:r>
              <a:rPr dirty="0" err="1"/>
              <a:t>수백만</a:t>
            </a:r>
            <a:r>
              <a:rPr dirty="0"/>
              <a:t> </a:t>
            </a:r>
            <a:r>
              <a:rPr dirty="0" err="1"/>
              <a:t>원과</a:t>
            </a:r>
            <a:r>
              <a:rPr dirty="0"/>
              <a:t> </a:t>
            </a:r>
            <a:r>
              <a:rPr dirty="0" err="1"/>
              <a:t>수개월이</a:t>
            </a:r>
            <a:r>
              <a:rPr dirty="0"/>
              <a:t> </a:t>
            </a:r>
            <a:r>
              <a:rPr dirty="0" err="1"/>
              <a:t>걸리던</a:t>
            </a:r>
            <a:r>
              <a:rPr dirty="0"/>
              <a:t> </a:t>
            </a:r>
            <a:r>
              <a:rPr dirty="0" err="1"/>
              <a:t>VTuber</a:t>
            </a:r>
            <a:r>
              <a:rPr dirty="0"/>
              <a:t> </a:t>
            </a:r>
            <a:r>
              <a:rPr dirty="0" err="1"/>
              <a:t>아바타</a:t>
            </a:r>
            <a:r>
              <a:rPr dirty="0"/>
              <a:t> </a:t>
            </a:r>
            <a:r>
              <a:rPr dirty="0" err="1"/>
              <a:t>제작을</a:t>
            </a:r>
            <a:r>
              <a:rPr dirty="0"/>
              <a:t>, </a:t>
            </a:r>
            <a:r>
              <a:rPr dirty="0" err="1"/>
              <a:t>AI와</a:t>
            </a:r>
            <a:r>
              <a:rPr dirty="0"/>
              <a:t> </a:t>
            </a:r>
            <a:r>
              <a:rPr dirty="0" err="1"/>
              <a:t>표준</a:t>
            </a:r>
            <a:r>
              <a:rPr dirty="0"/>
              <a:t> </a:t>
            </a:r>
            <a:r>
              <a:rPr dirty="0" err="1"/>
              <a:t>템플릿으로</a:t>
            </a:r>
            <a:r>
              <a:rPr dirty="0"/>
              <a:t> 15분, 2.5만 </a:t>
            </a:r>
            <a:r>
              <a:rPr dirty="0" err="1"/>
              <a:t>원에</a:t>
            </a:r>
            <a:r>
              <a:rPr dirty="0"/>
              <a:t> </a:t>
            </a:r>
            <a:r>
              <a:rPr dirty="0" err="1"/>
              <a:t>가능하게</a:t>
            </a:r>
            <a:r>
              <a:rPr dirty="0"/>
              <a:t> </a:t>
            </a:r>
            <a:r>
              <a:rPr dirty="0" err="1"/>
              <a:t>한다는</a:t>
            </a:r>
            <a:r>
              <a:rPr dirty="0"/>
              <a:t> </a:t>
            </a:r>
            <a:r>
              <a:rPr dirty="0" err="1"/>
              <a:t>것입니다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왜</a:t>
            </a:r>
            <a:r>
              <a:rPr dirty="0"/>
              <a:t> </a:t>
            </a:r>
            <a:r>
              <a:rPr dirty="0" err="1"/>
              <a:t>지금</a:t>
            </a:r>
            <a:r>
              <a:rPr dirty="0"/>
              <a:t> </a:t>
            </a:r>
            <a:r>
              <a:rPr dirty="0" err="1"/>
              <a:t>이</a:t>
            </a:r>
            <a:r>
              <a:rPr dirty="0"/>
              <a:t> </a:t>
            </a:r>
            <a:r>
              <a:rPr dirty="0" err="1"/>
              <a:t>프로젝트를</a:t>
            </a:r>
            <a:r>
              <a:rPr dirty="0"/>
              <a:t> </a:t>
            </a:r>
            <a:r>
              <a:rPr dirty="0" err="1"/>
              <a:t>하는지</a:t>
            </a:r>
            <a:r>
              <a:rPr dirty="0"/>
              <a:t> </a:t>
            </a:r>
            <a:r>
              <a:rPr dirty="0" err="1"/>
              <a:t>시장</a:t>
            </a:r>
            <a:r>
              <a:rPr dirty="0"/>
              <a:t> </a:t>
            </a:r>
            <a:r>
              <a:rPr dirty="0" err="1"/>
              <a:t>배경부터</a:t>
            </a:r>
            <a:r>
              <a:rPr dirty="0"/>
              <a:t> </a:t>
            </a:r>
            <a:r>
              <a:rPr dirty="0" err="1"/>
              <a:t>짚어드리겠습니다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한국</a:t>
            </a:r>
            <a:r>
              <a:rPr dirty="0"/>
              <a:t> </a:t>
            </a:r>
            <a:r>
              <a:rPr dirty="0" err="1"/>
              <a:t>VTuber</a:t>
            </a:r>
            <a:r>
              <a:rPr dirty="0"/>
              <a:t> </a:t>
            </a:r>
            <a:r>
              <a:rPr dirty="0" err="1"/>
              <a:t>활동</a:t>
            </a:r>
            <a:r>
              <a:rPr dirty="0"/>
              <a:t> </a:t>
            </a:r>
            <a:r>
              <a:rPr dirty="0" err="1"/>
              <a:t>인구는</a:t>
            </a:r>
            <a:r>
              <a:rPr dirty="0"/>
              <a:t> </a:t>
            </a:r>
            <a:r>
              <a:rPr dirty="0" err="1"/>
              <a:t>약</a:t>
            </a:r>
            <a:r>
              <a:rPr dirty="0"/>
              <a:t> 5만 </a:t>
            </a:r>
            <a:r>
              <a:rPr dirty="0" err="1"/>
              <a:t>명</a:t>
            </a:r>
            <a:r>
              <a:rPr dirty="0"/>
              <a:t>, </a:t>
            </a:r>
            <a:r>
              <a:rPr dirty="0" err="1"/>
              <a:t>글로벌</a:t>
            </a:r>
            <a:r>
              <a:rPr dirty="0"/>
              <a:t> </a:t>
            </a:r>
            <a:r>
              <a:rPr dirty="0" err="1"/>
              <a:t>가상</a:t>
            </a:r>
            <a:r>
              <a:rPr dirty="0"/>
              <a:t> </a:t>
            </a:r>
            <a:r>
              <a:rPr dirty="0" err="1"/>
              <a:t>인플루언서</a:t>
            </a:r>
            <a:r>
              <a:rPr dirty="0"/>
              <a:t> </a:t>
            </a:r>
            <a:r>
              <a:rPr dirty="0" err="1"/>
              <a:t>시장은</a:t>
            </a:r>
            <a:r>
              <a:rPr dirty="0"/>
              <a:t> </a:t>
            </a:r>
            <a:r>
              <a:rPr dirty="0" err="1"/>
              <a:t>연</a:t>
            </a:r>
            <a:r>
              <a:rPr dirty="0"/>
              <a:t> 57% </a:t>
            </a:r>
            <a:r>
              <a:rPr dirty="0" err="1"/>
              <a:t>CAGR로</a:t>
            </a:r>
            <a:r>
              <a:rPr dirty="0"/>
              <a:t> </a:t>
            </a:r>
            <a:r>
              <a:rPr dirty="0" err="1"/>
              <a:t>폭발적으로</a:t>
            </a:r>
            <a:r>
              <a:rPr dirty="0"/>
              <a:t> </a:t>
            </a:r>
            <a:r>
              <a:rPr dirty="0" err="1"/>
              <a:t>성장</a:t>
            </a:r>
            <a:r>
              <a:rPr dirty="0"/>
              <a:t> </a:t>
            </a:r>
            <a:r>
              <a:rPr dirty="0" err="1"/>
              <a:t>중입니다</a:t>
            </a:r>
            <a:r>
              <a:rPr dirty="0"/>
              <a:t>. </a:t>
            </a:r>
            <a:r>
              <a:rPr dirty="0" err="1"/>
              <a:t>그런데</a:t>
            </a:r>
            <a:r>
              <a:rPr dirty="0"/>
              <a:t> </a:t>
            </a:r>
            <a:r>
              <a:rPr dirty="0" err="1"/>
              <a:t>정작</a:t>
            </a:r>
            <a:r>
              <a:rPr dirty="0"/>
              <a:t> </a:t>
            </a:r>
            <a:r>
              <a:rPr dirty="0" err="1"/>
              <a:t>오리지널</a:t>
            </a:r>
            <a:r>
              <a:rPr dirty="0"/>
              <a:t> </a:t>
            </a:r>
            <a:r>
              <a:rPr dirty="0" err="1"/>
              <a:t>아바타</a:t>
            </a:r>
            <a:r>
              <a:rPr dirty="0"/>
              <a:t> </a:t>
            </a:r>
            <a:r>
              <a:rPr dirty="0" err="1"/>
              <a:t>의뢰는</a:t>
            </a:r>
            <a:r>
              <a:rPr dirty="0"/>
              <a:t> 80~200만 </a:t>
            </a:r>
            <a:r>
              <a:rPr dirty="0" err="1"/>
              <a:t>원에</a:t>
            </a:r>
            <a:r>
              <a:rPr dirty="0"/>
              <a:t> 2~3개월이 </a:t>
            </a:r>
            <a:r>
              <a:rPr dirty="0" err="1"/>
              <a:t>걸려서</a:t>
            </a:r>
            <a:r>
              <a:rPr dirty="0"/>
              <a:t> </a:t>
            </a:r>
            <a:r>
              <a:rPr dirty="0" err="1"/>
              <a:t>진입</a:t>
            </a:r>
            <a:r>
              <a:rPr dirty="0"/>
              <a:t> </a:t>
            </a:r>
            <a:r>
              <a:rPr dirty="0" err="1"/>
              <a:t>장벽이</a:t>
            </a:r>
            <a:r>
              <a:rPr dirty="0"/>
              <a:t> </a:t>
            </a:r>
            <a:r>
              <a:rPr dirty="0" err="1"/>
              <a:t>시장</a:t>
            </a:r>
            <a:r>
              <a:rPr dirty="0"/>
              <a:t> </a:t>
            </a:r>
            <a:r>
              <a:rPr dirty="0" err="1"/>
              <a:t>성장</a:t>
            </a:r>
            <a:r>
              <a:rPr dirty="0"/>
              <a:t> </a:t>
            </a:r>
            <a:r>
              <a:rPr dirty="0" err="1"/>
              <a:t>속도를</a:t>
            </a:r>
            <a:r>
              <a:rPr dirty="0"/>
              <a:t> </a:t>
            </a:r>
            <a:r>
              <a:rPr dirty="0" err="1"/>
              <a:t>못</a:t>
            </a:r>
            <a:r>
              <a:rPr dirty="0"/>
              <a:t> </a:t>
            </a:r>
            <a:r>
              <a:rPr dirty="0" err="1"/>
              <a:t>따라가고</a:t>
            </a:r>
            <a:r>
              <a:rPr dirty="0"/>
              <a:t> </a:t>
            </a:r>
            <a:r>
              <a:rPr dirty="0" err="1"/>
              <a:t>있습니다</a:t>
            </a:r>
            <a:r>
              <a:rPr dirty="0"/>
              <a:t>. AI 3D </a:t>
            </a:r>
            <a:r>
              <a:rPr dirty="0" err="1"/>
              <a:t>도구들도</a:t>
            </a:r>
            <a:r>
              <a:rPr dirty="0"/>
              <a:t> </a:t>
            </a:r>
            <a:r>
              <a:rPr dirty="0" err="1"/>
              <a:t>생성만</a:t>
            </a:r>
            <a:r>
              <a:rPr dirty="0"/>
              <a:t> </a:t>
            </a:r>
            <a:r>
              <a:rPr dirty="0" err="1"/>
              <a:t>가능할</a:t>
            </a:r>
            <a:r>
              <a:rPr dirty="0"/>
              <a:t> </a:t>
            </a:r>
            <a:r>
              <a:rPr dirty="0" err="1"/>
              <a:t>뿐</a:t>
            </a:r>
            <a:r>
              <a:rPr dirty="0"/>
              <a:t>, </a:t>
            </a:r>
            <a:r>
              <a:rPr dirty="0" err="1"/>
              <a:t>VTuber용</a:t>
            </a:r>
            <a:r>
              <a:rPr dirty="0"/>
              <a:t> </a:t>
            </a:r>
            <a:r>
              <a:rPr dirty="0" err="1"/>
              <a:t>편집과</a:t>
            </a:r>
            <a:r>
              <a:rPr dirty="0"/>
              <a:t> VRM </a:t>
            </a:r>
            <a:r>
              <a:rPr dirty="0" err="1"/>
              <a:t>출력</a:t>
            </a:r>
            <a:r>
              <a:rPr dirty="0"/>
              <a:t> </a:t>
            </a:r>
            <a:r>
              <a:rPr dirty="0" err="1"/>
              <a:t>기능은</a:t>
            </a:r>
            <a:r>
              <a:rPr dirty="0"/>
              <a:t> </a:t>
            </a:r>
            <a:r>
              <a:rPr dirty="0" err="1"/>
              <a:t>비어</a:t>
            </a:r>
            <a:r>
              <a:rPr dirty="0"/>
              <a:t> </a:t>
            </a:r>
            <a:r>
              <a:rPr dirty="0" err="1"/>
              <a:t>있는</a:t>
            </a:r>
            <a:r>
              <a:rPr dirty="0"/>
              <a:t> </a:t>
            </a:r>
            <a:r>
              <a:rPr dirty="0" err="1"/>
              <a:t>상태입니다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저희</a:t>
            </a:r>
            <a:r>
              <a:rPr dirty="0"/>
              <a:t> </a:t>
            </a:r>
            <a:r>
              <a:rPr dirty="0" err="1"/>
              <a:t>MVP는</a:t>
            </a:r>
            <a:r>
              <a:rPr dirty="0"/>
              <a:t> </a:t>
            </a:r>
            <a:r>
              <a:rPr dirty="0" err="1"/>
              <a:t>사진</a:t>
            </a:r>
            <a:r>
              <a:rPr dirty="0"/>
              <a:t> → 3D </a:t>
            </a:r>
            <a:r>
              <a:rPr dirty="0" err="1"/>
              <a:t>생성</a:t>
            </a:r>
            <a:r>
              <a:rPr dirty="0"/>
              <a:t> → </a:t>
            </a:r>
            <a:r>
              <a:rPr dirty="0" err="1"/>
              <a:t>슬라이더</a:t>
            </a:r>
            <a:r>
              <a:rPr dirty="0"/>
              <a:t> </a:t>
            </a:r>
            <a:r>
              <a:rPr dirty="0" err="1"/>
              <a:t>편집</a:t>
            </a:r>
            <a:r>
              <a:rPr dirty="0"/>
              <a:t> → </a:t>
            </a:r>
            <a:r>
              <a:rPr dirty="0" err="1"/>
              <a:t>버전</a:t>
            </a:r>
            <a:r>
              <a:rPr dirty="0"/>
              <a:t> </a:t>
            </a:r>
            <a:r>
              <a:rPr dirty="0" err="1"/>
              <a:t>관리</a:t>
            </a:r>
            <a:r>
              <a:rPr dirty="0"/>
              <a:t> → </a:t>
            </a:r>
            <a:r>
              <a:rPr dirty="0" err="1"/>
              <a:t>유사도</a:t>
            </a:r>
            <a:r>
              <a:rPr dirty="0"/>
              <a:t> </a:t>
            </a:r>
            <a:r>
              <a:rPr dirty="0" err="1"/>
              <a:t>검증</a:t>
            </a:r>
            <a:r>
              <a:rPr dirty="0"/>
              <a:t> → VRM </a:t>
            </a:r>
            <a:r>
              <a:rPr dirty="0" err="1"/>
              <a:t>익스포트가</a:t>
            </a:r>
            <a:r>
              <a:rPr dirty="0"/>
              <a:t> </a:t>
            </a:r>
            <a:r>
              <a:rPr dirty="0" err="1"/>
              <a:t>끊김</a:t>
            </a:r>
            <a:r>
              <a:rPr dirty="0"/>
              <a:t> </a:t>
            </a:r>
            <a:r>
              <a:rPr dirty="0" err="1"/>
              <a:t>없이</a:t>
            </a:r>
            <a:r>
              <a:rPr dirty="0"/>
              <a:t> </a:t>
            </a:r>
            <a:r>
              <a:rPr dirty="0" err="1"/>
              <a:t>동작하는</a:t>
            </a:r>
            <a:r>
              <a:rPr dirty="0"/>
              <a:t> </a:t>
            </a:r>
            <a:r>
              <a:rPr dirty="0" err="1"/>
              <a:t>것입니다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Must-</a:t>
            </a:r>
            <a:r>
              <a:rPr dirty="0" err="1"/>
              <a:t>Have는</a:t>
            </a:r>
            <a:r>
              <a:rPr dirty="0"/>
              <a:t> </a:t>
            </a:r>
            <a:r>
              <a:rPr dirty="0" err="1"/>
              <a:t>이미지</a:t>
            </a:r>
            <a:r>
              <a:rPr dirty="0"/>
              <a:t> </a:t>
            </a:r>
            <a:r>
              <a:rPr dirty="0" err="1"/>
              <a:t>업로드</a:t>
            </a:r>
            <a:r>
              <a:rPr dirty="0"/>
              <a:t>, VARCO 3D </a:t>
            </a:r>
            <a:r>
              <a:rPr dirty="0" err="1"/>
              <a:t>생성</a:t>
            </a:r>
            <a:r>
              <a:rPr dirty="0"/>
              <a:t>, </a:t>
            </a:r>
            <a:r>
              <a:rPr dirty="0" err="1"/>
              <a:t>슬라이더</a:t>
            </a:r>
            <a:r>
              <a:rPr dirty="0"/>
              <a:t> </a:t>
            </a:r>
            <a:r>
              <a:rPr dirty="0" err="1"/>
              <a:t>편집</a:t>
            </a:r>
            <a:r>
              <a:rPr dirty="0"/>
              <a:t> 20~30종, VRM </a:t>
            </a:r>
            <a:r>
              <a:rPr dirty="0" err="1"/>
              <a:t>익스포트와</a:t>
            </a:r>
            <a:r>
              <a:rPr dirty="0"/>
              <a:t> </a:t>
            </a:r>
            <a:r>
              <a:rPr dirty="0" err="1"/>
              <a:t>자동</a:t>
            </a:r>
            <a:r>
              <a:rPr dirty="0"/>
              <a:t> </a:t>
            </a:r>
            <a:r>
              <a:rPr dirty="0" err="1"/>
              <a:t>리깅</a:t>
            </a:r>
            <a:r>
              <a:rPr dirty="0"/>
              <a:t>, </a:t>
            </a:r>
            <a:r>
              <a:rPr dirty="0" err="1"/>
              <a:t>버전</a:t>
            </a:r>
            <a:r>
              <a:rPr dirty="0"/>
              <a:t> 5개 </a:t>
            </a:r>
            <a:r>
              <a:rPr dirty="0" err="1"/>
              <a:t>관리</a:t>
            </a:r>
            <a:r>
              <a:rPr dirty="0"/>
              <a:t>, </a:t>
            </a:r>
            <a:r>
              <a:rPr dirty="0" err="1"/>
              <a:t>코사인</a:t>
            </a:r>
            <a:r>
              <a:rPr dirty="0"/>
              <a:t> </a:t>
            </a:r>
            <a:r>
              <a:rPr dirty="0" err="1"/>
              <a:t>유사도</a:t>
            </a:r>
            <a:r>
              <a:rPr dirty="0"/>
              <a:t> 85% </a:t>
            </a:r>
            <a:r>
              <a:rPr dirty="0" err="1"/>
              <a:t>검증</a:t>
            </a:r>
            <a:r>
              <a:rPr dirty="0"/>
              <a:t> </a:t>
            </a:r>
            <a:r>
              <a:rPr dirty="0" err="1"/>
              <a:t>게이트</a:t>
            </a:r>
            <a:r>
              <a:rPr dirty="0"/>
              <a:t>, OAuth </a:t>
            </a:r>
            <a:r>
              <a:rPr dirty="0" err="1"/>
              <a:t>인증</a:t>
            </a:r>
            <a:r>
              <a:rPr dirty="0"/>
              <a:t>, </a:t>
            </a:r>
            <a:r>
              <a:rPr dirty="0" err="1"/>
              <a:t>결제</a:t>
            </a:r>
            <a:r>
              <a:rPr dirty="0"/>
              <a:t>, </a:t>
            </a:r>
            <a:r>
              <a:rPr dirty="0" err="1"/>
              <a:t>그리고</a:t>
            </a:r>
            <a:r>
              <a:rPr dirty="0"/>
              <a:t> </a:t>
            </a:r>
            <a:r>
              <a:rPr dirty="0" err="1"/>
              <a:t>NSFW와</a:t>
            </a:r>
            <a:r>
              <a:rPr dirty="0"/>
              <a:t> </a:t>
            </a:r>
            <a:r>
              <a:rPr dirty="0" err="1"/>
              <a:t>실존</a:t>
            </a:r>
            <a:r>
              <a:rPr dirty="0"/>
              <a:t> </a:t>
            </a:r>
            <a:r>
              <a:rPr dirty="0" err="1"/>
              <a:t>인물</a:t>
            </a:r>
            <a:r>
              <a:rPr dirty="0"/>
              <a:t> </a:t>
            </a:r>
            <a:r>
              <a:rPr dirty="0" err="1"/>
              <a:t>모방</a:t>
            </a:r>
            <a:r>
              <a:rPr dirty="0"/>
              <a:t> </a:t>
            </a:r>
            <a:r>
              <a:rPr dirty="0" err="1"/>
              <a:t>필터까지입니다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자연어</a:t>
            </a:r>
            <a:r>
              <a:rPr dirty="0"/>
              <a:t> </a:t>
            </a:r>
            <a:r>
              <a:rPr dirty="0" err="1"/>
              <a:t>편집·텍스처</a:t>
            </a:r>
            <a:r>
              <a:rPr dirty="0"/>
              <a:t> </a:t>
            </a:r>
            <a:r>
              <a:rPr dirty="0" err="1"/>
              <a:t>의상</a:t>
            </a:r>
            <a:r>
              <a:rPr dirty="0"/>
              <a:t> </a:t>
            </a:r>
            <a:r>
              <a:rPr dirty="0" err="1"/>
              <a:t>편집·FBX</a:t>
            </a:r>
            <a:r>
              <a:rPr dirty="0"/>
              <a:t>/GLB </a:t>
            </a:r>
            <a:r>
              <a:rPr dirty="0" err="1"/>
              <a:t>익스포트·라이브</a:t>
            </a:r>
            <a:r>
              <a:rPr dirty="0"/>
              <a:t> </a:t>
            </a:r>
            <a:r>
              <a:rPr dirty="0" err="1"/>
              <a:t>스트리밍</a:t>
            </a:r>
            <a:r>
              <a:rPr dirty="0"/>
              <a:t> </a:t>
            </a:r>
            <a:r>
              <a:rPr dirty="0" err="1"/>
              <a:t>즉시</a:t>
            </a:r>
            <a:r>
              <a:rPr dirty="0"/>
              <a:t> </a:t>
            </a:r>
            <a:r>
              <a:rPr dirty="0" err="1"/>
              <a:t>연동·마켓플레이스·모바일</a:t>
            </a:r>
            <a:r>
              <a:rPr dirty="0"/>
              <a:t> </a:t>
            </a:r>
            <a:r>
              <a:rPr dirty="0" err="1"/>
              <a:t>같은</a:t>
            </a:r>
            <a:r>
              <a:rPr dirty="0"/>
              <a:t> </a:t>
            </a:r>
            <a:r>
              <a:rPr dirty="0" err="1"/>
              <a:t>매력적인</a:t>
            </a:r>
            <a:r>
              <a:rPr dirty="0"/>
              <a:t> </a:t>
            </a:r>
            <a:r>
              <a:rPr dirty="0" err="1"/>
              <a:t>기능은</a:t>
            </a:r>
            <a:r>
              <a:rPr dirty="0"/>
              <a:t> </a:t>
            </a:r>
            <a:r>
              <a:rPr dirty="0" err="1"/>
              <a:t>의도적으로</a:t>
            </a:r>
            <a:r>
              <a:rPr dirty="0"/>
              <a:t> Phase 2 </a:t>
            </a:r>
            <a:r>
              <a:rPr dirty="0" err="1"/>
              <a:t>이후로</a:t>
            </a:r>
            <a:r>
              <a:rPr dirty="0"/>
              <a:t> </a:t>
            </a:r>
            <a:r>
              <a:rPr dirty="0" err="1"/>
              <a:t>미뤘습니다</a:t>
            </a:r>
            <a:r>
              <a:rPr dirty="0"/>
              <a:t>. '</a:t>
            </a:r>
            <a:r>
              <a:rPr dirty="0" err="1"/>
              <a:t>VTuber</a:t>
            </a:r>
            <a:r>
              <a:rPr dirty="0"/>
              <a:t> </a:t>
            </a:r>
            <a:r>
              <a:rPr dirty="0" err="1"/>
              <a:t>데뷔'라는</a:t>
            </a:r>
            <a:r>
              <a:rPr dirty="0"/>
              <a:t> </a:t>
            </a: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가치를</a:t>
            </a:r>
            <a:r>
              <a:rPr dirty="0"/>
              <a:t> </a:t>
            </a:r>
            <a:r>
              <a:rPr dirty="0" err="1"/>
              <a:t>끝까지</a:t>
            </a:r>
            <a:r>
              <a:rPr dirty="0"/>
              <a:t> </a:t>
            </a:r>
            <a:r>
              <a:rPr dirty="0" err="1"/>
              <a:t>완성하는</a:t>
            </a:r>
            <a:r>
              <a:rPr dirty="0"/>
              <a:t> </a:t>
            </a:r>
            <a:r>
              <a:rPr dirty="0" err="1"/>
              <a:t>데</a:t>
            </a:r>
            <a:r>
              <a:rPr dirty="0"/>
              <a:t> </a:t>
            </a:r>
            <a:r>
              <a:rPr dirty="0" err="1"/>
              <a:t>집중하기</a:t>
            </a:r>
            <a:r>
              <a:rPr dirty="0"/>
              <a:t> </a:t>
            </a:r>
            <a:r>
              <a:rPr dirty="0" err="1"/>
              <a:t>위해서입니다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시스템</a:t>
            </a:r>
            <a:r>
              <a:rPr dirty="0"/>
              <a:t> </a:t>
            </a:r>
            <a:r>
              <a:rPr dirty="0" err="1"/>
              <a:t>구조를</a:t>
            </a:r>
            <a:r>
              <a:rPr dirty="0"/>
              <a:t> </a:t>
            </a:r>
            <a:r>
              <a:rPr dirty="0" err="1"/>
              <a:t>두</a:t>
            </a:r>
            <a:r>
              <a:rPr dirty="0"/>
              <a:t> </a:t>
            </a:r>
            <a:r>
              <a:rPr dirty="0" err="1"/>
              <a:t>층으로</a:t>
            </a:r>
            <a:r>
              <a:rPr dirty="0"/>
              <a:t> </a:t>
            </a:r>
            <a:r>
              <a:rPr dirty="0" err="1"/>
              <a:t>보여드리겠습니다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상단은</a:t>
            </a:r>
            <a:r>
              <a:rPr dirty="0"/>
              <a:t> </a:t>
            </a:r>
            <a:r>
              <a:rPr dirty="0" err="1"/>
              <a:t>사용자</a:t>
            </a:r>
            <a:r>
              <a:rPr dirty="0"/>
              <a:t> </a:t>
            </a:r>
            <a:r>
              <a:rPr dirty="0" err="1"/>
              <a:t>관점의</a:t>
            </a:r>
            <a:r>
              <a:rPr dirty="0"/>
              <a:t> 9단계 </a:t>
            </a:r>
            <a:r>
              <a:rPr dirty="0" err="1"/>
              <a:t>파이프라인입니다</a:t>
            </a:r>
            <a:r>
              <a:rPr dirty="0"/>
              <a:t>.</a:t>
            </a:r>
          </a:p>
          <a:p>
            <a:r>
              <a:rPr dirty="0"/>
              <a:t>INPUT </a:t>
            </a:r>
            <a:r>
              <a:rPr dirty="0" err="1"/>
              <a:t>단계에서</a:t>
            </a:r>
            <a:r>
              <a:rPr dirty="0"/>
              <a:t> </a:t>
            </a:r>
            <a:r>
              <a:rPr dirty="0" err="1"/>
              <a:t>이미지</a:t>
            </a:r>
            <a:r>
              <a:rPr dirty="0"/>
              <a:t> </a:t>
            </a:r>
            <a:r>
              <a:rPr dirty="0" err="1"/>
              <a:t>업로드와</a:t>
            </a:r>
            <a:r>
              <a:rPr dirty="0"/>
              <a:t> VARCO GLB </a:t>
            </a:r>
            <a:r>
              <a:rPr dirty="0" err="1"/>
              <a:t>생성이</a:t>
            </a:r>
            <a:r>
              <a:rPr dirty="0"/>
              <a:t> </a:t>
            </a:r>
            <a:r>
              <a:rPr dirty="0" err="1"/>
              <a:t>일어나고</a:t>
            </a:r>
            <a:r>
              <a:rPr dirty="0"/>
              <a:t>,</a:t>
            </a:r>
          </a:p>
          <a:p>
            <a:r>
              <a:rPr dirty="0"/>
              <a:t>ANALYZE </a:t>
            </a:r>
            <a:r>
              <a:rPr dirty="0" err="1"/>
              <a:t>단계에서</a:t>
            </a:r>
            <a:r>
              <a:rPr dirty="0"/>
              <a:t> </a:t>
            </a:r>
            <a:r>
              <a:rPr dirty="0" err="1"/>
              <a:t>정면·측면</a:t>
            </a:r>
            <a:r>
              <a:rPr dirty="0"/>
              <a:t> </a:t>
            </a:r>
            <a:r>
              <a:rPr dirty="0" err="1"/>
              <a:t>렌더링</a:t>
            </a:r>
            <a:r>
              <a:rPr dirty="0"/>
              <a:t> </a:t>
            </a:r>
            <a:r>
              <a:rPr dirty="0" err="1"/>
              <a:t>후</a:t>
            </a:r>
            <a:r>
              <a:rPr dirty="0"/>
              <a:t> </a:t>
            </a:r>
            <a:r>
              <a:rPr dirty="0" err="1"/>
              <a:t>MediaPipe</a:t>
            </a:r>
            <a:r>
              <a:rPr dirty="0"/>
              <a:t> </a:t>
            </a:r>
            <a:r>
              <a:rPr dirty="0" err="1"/>
              <a:t>기반</a:t>
            </a:r>
            <a:r>
              <a:rPr dirty="0"/>
              <a:t> Morph </a:t>
            </a:r>
            <a:r>
              <a:rPr dirty="0" err="1"/>
              <a:t>매핑</a:t>
            </a:r>
            <a:r>
              <a:rPr dirty="0"/>
              <a:t>, Bone Scale </a:t>
            </a:r>
            <a:r>
              <a:rPr dirty="0" err="1"/>
              <a:t>조정</a:t>
            </a:r>
            <a:r>
              <a:rPr dirty="0"/>
              <a:t>, Material </a:t>
            </a:r>
            <a:r>
              <a:rPr dirty="0" err="1"/>
              <a:t>커스터마이즈를</a:t>
            </a:r>
            <a:r>
              <a:rPr dirty="0"/>
              <a:t> </a:t>
            </a:r>
            <a:r>
              <a:rPr dirty="0" err="1"/>
              <a:t>수행합니다</a:t>
            </a:r>
            <a:r>
              <a:rPr dirty="0"/>
              <a:t>.</a:t>
            </a:r>
          </a:p>
          <a:p>
            <a:r>
              <a:rPr dirty="0"/>
              <a:t>VALIDATE &amp; EDIT </a:t>
            </a:r>
            <a:r>
              <a:rPr dirty="0" err="1"/>
              <a:t>단계에서</a:t>
            </a:r>
            <a:r>
              <a:rPr dirty="0"/>
              <a:t> </a:t>
            </a:r>
            <a:r>
              <a:rPr dirty="0" err="1"/>
              <a:t>코사인</a:t>
            </a:r>
            <a:r>
              <a:rPr dirty="0"/>
              <a:t> 85% </a:t>
            </a:r>
            <a:r>
              <a:rPr dirty="0" err="1"/>
              <a:t>유사도</a:t>
            </a:r>
            <a:r>
              <a:rPr dirty="0"/>
              <a:t> </a:t>
            </a:r>
            <a:r>
              <a:rPr dirty="0" err="1"/>
              <a:t>게이트를</a:t>
            </a:r>
            <a:r>
              <a:rPr dirty="0"/>
              <a:t> </a:t>
            </a:r>
            <a:r>
              <a:rPr dirty="0" err="1"/>
              <a:t>통과시키고</a:t>
            </a:r>
            <a:r>
              <a:rPr dirty="0"/>
              <a:t> </a:t>
            </a:r>
            <a:r>
              <a:rPr dirty="0" err="1"/>
              <a:t>Three.js로</a:t>
            </a:r>
            <a:r>
              <a:rPr dirty="0"/>
              <a:t> </a:t>
            </a:r>
            <a:r>
              <a:rPr dirty="0" err="1"/>
              <a:t>실시간</a:t>
            </a:r>
            <a:r>
              <a:rPr dirty="0"/>
              <a:t> </a:t>
            </a:r>
            <a:r>
              <a:rPr dirty="0" err="1"/>
              <a:t>슬라이더</a:t>
            </a:r>
            <a:r>
              <a:rPr dirty="0"/>
              <a:t> </a:t>
            </a:r>
            <a:r>
              <a:rPr dirty="0" err="1"/>
              <a:t>편집을</a:t>
            </a:r>
            <a:r>
              <a:rPr dirty="0"/>
              <a:t> </a:t>
            </a:r>
            <a:r>
              <a:rPr dirty="0" err="1"/>
              <a:t>합니다</a:t>
            </a:r>
            <a:r>
              <a:rPr dirty="0"/>
              <a:t>.</a:t>
            </a:r>
          </a:p>
          <a:p>
            <a:r>
              <a:rPr dirty="0" err="1"/>
              <a:t>마지막</a:t>
            </a:r>
            <a:r>
              <a:rPr dirty="0"/>
              <a:t> OUTPUT </a:t>
            </a:r>
            <a:r>
              <a:rPr dirty="0" err="1"/>
              <a:t>단계에서</a:t>
            </a:r>
            <a:r>
              <a:rPr dirty="0"/>
              <a:t> </a:t>
            </a:r>
            <a:r>
              <a:rPr dirty="0" err="1"/>
              <a:t>Unity와</a:t>
            </a:r>
            <a:r>
              <a:rPr dirty="0"/>
              <a:t> </a:t>
            </a:r>
            <a:r>
              <a:rPr dirty="0" err="1"/>
              <a:t>UniVRM으로</a:t>
            </a:r>
            <a:r>
              <a:rPr dirty="0"/>
              <a:t> </a:t>
            </a:r>
            <a:r>
              <a:rPr dirty="0" err="1"/>
              <a:t>자동</a:t>
            </a:r>
            <a:r>
              <a:rPr dirty="0"/>
              <a:t> </a:t>
            </a:r>
            <a:r>
              <a:rPr dirty="0" err="1"/>
              <a:t>리깅된</a:t>
            </a:r>
            <a:r>
              <a:rPr dirty="0"/>
              <a:t> VRM </a:t>
            </a:r>
            <a:r>
              <a:rPr dirty="0" err="1"/>
              <a:t>파일을</a:t>
            </a:r>
            <a:r>
              <a:rPr dirty="0"/>
              <a:t> </a:t>
            </a:r>
            <a:r>
              <a:rPr dirty="0" err="1"/>
              <a:t>출력합니다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여기서</a:t>
            </a:r>
            <a:r>
              <a:rPr dirty="0"/>
              <a:t> </a:t>
            </a: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설계</a:t>
            </a:r>
            <a:r>
              <a:rPr dirty="0"/>
              <a:t> </a:t>
            </a:r>
            <a:r>
              <a:rPr dirty="0" err="1"/>
              <a:t>결정을</a:t>
            </a:r>
            <a:r>
              <a:rPr dirty="0"/>
              <a:t> </a:t>
            </a:r>
            <a:r>
              <a:rPr dirty="0" err="1"/>
              <a:t>강조드리겠습니다</a:t>
            </a:r>
            <a:r>
              <a:rPr dirty="0"/>
              <a:t>. VARCO </a:t>
            </a:r>
            <a:r>
              <a:rPr dirty="0" err="1"/>
              <a:t>결과는</a:t>
            </a:r>
            <a:r>
              <a:rPr dirty="0"/>
              <a:t> </a:t>
            </a:r>
            <a:r>
              <a:rPr dirty="0" err="1"/>
              <a:t>어디까지나</a:t>
            </a:r>
            <a:r>
              <a:rPr dirty="0"/>
              <a:t> '</a:t>
            </a:r>
            <a:r>
              <a:rPr dirty="0" err="1"/>
              <a:t>참조용'으로만</a:t>
            </a:r>
            <a:r>
              <a:rPr dirty="0"/>
              <a:t> </a:t>
            </a:r>
            <a:r>
              <a:rPr dirty="0" err="1"/>
              <a:t>사용하고</a:t>
            </a:r>
            <a:r>
              <a:rPr dirty="0"/>
              <a:t>, </a:t>
            </a:r>
            <a:r>
              <a:rPr dirty="0" err="1"/>
              <a:t>최종</a:t>
            </a:r>
            <a:r>
              <a:rPr dirty="0"/>
              <a:t> </a:t>
            </a:r>
            <a:r>
              <a:rPr dirty="0" err="1"/>
              <a:t>편집은</a:t>
            </a:r>
            <a:r>
              <a:rPr dirty="0"/>
              <a:t> </a:t>
            </a:r>
            <a:r>
              <a:rPr dirty="0" err="1"/>
              <a:t>검증된</a:t>
            </a:r>
            <a:r>
              <a:rPr dirty="0"/>
              <a:t> </a:t>
            </a:r>
            <a:r>
              <a:rPr dirty="0" err="1"/>
              <a:t>마스터</a:t>
            </a:r>
            <a:r>
              <a:rPr dirty="0"/>
              <a:t> </a:t>
            </a:r>
            <a:r>
              <a:rPr dirty="0" err="1"/>
              <a:t>VTuber</a:t>
            </a:r>
            <a:r>
              <a:rPr dirty="0"/>
              <a:t> </a:t>
            </a:r>
            <a:r>
              <a:rPr dirty="0" err="1"/>
              <a:t>템플릿</a:t>
            </a:r>
            <a:r>
              <a:rPr dirty="0"/>
              <a:t>(VRM 0.0)</a:t>
            </a:r>
            <a:r>
              <a:rPr dirty="0" err="1"/>
              <a:t>에서</a:t>
            </a:r>
            <a:r>
              <a:rPr dirty="0"/>
              <a:t> </a:t>
            </a:r>
            <a:r>
              <a:rPr dirty="0" err="1"/>
              <a:t>수행합니다</a:t>
            </a:r>
            <a:r>
              <a:rPr dirty="0"/>
              <a:t>. </a:t>
            </a:r>
            <a:r>
              <a:rPr dirty="0" err="1"/>
              <a:t>이</a:t>
            </a:r>
            <a:r>
              <a:rPr dirty="0"/>
              <a:t> </a:t>
            </a:r>
            <a:r>
              <a:rPr dirty="0" err="1"/>
              <a:t>결정</a:t>
            </a:r>
            <a:r>
              <a:rPr dirty="0"/>
              <a:t> </a:t>
            </a:r>
            <a:r>
              <a:rPr dirty="0" err="1"/>
              <a:t>덕분에</a:t>
            </a:r>
            <a:r>
              <a:rPr dirty="0"/>
              <a:t> VRM </a:t>
            </a:r>
            <a:r>
              <a:rPr dirty="0" err="1"/>
              <a:t>호환성</a:t>
            </a:r>
            <a:r>
              <a:rPr dirty="0"/>
              <a:t> 100%와 </a:t>
            </a:r>
            <a:r>
              <a:rPr dirty="0" err="1"/>
              <a:t>메시</a:t>
            </a:r>
            <a:r>
              <a:rPr dirty="0"/>
              <a:t> </a:t>
            </a:r>
            <a:r>
              <a:rPr dirty="0" err="1"/>
              <a:t>깨짐</a:t>
            </a:r>
            <a:r>
              <a:rPr dirty="0"/>
              <a:t> </a:t>
            </a:r>
            <a:r>
              <a:rPr dirty="0" err="1"/>
              <a:t>방지를</a:t>
            </a:r>
            <a:r>
              <a:rPr dirty="0"/>
              <a:t> </a:t>
            </a:r>
            <a:r>
              <a:rPr dirty="0" err="1"/>
              <a:t>동시에</a:t>
            </a:r>
            <a:r>
              <a:rPr dirty="0"/>
              <a:t> </a:t>
            </a:r>
            <a:r>
              <a:rPr dirty="0" err="1"/>
              <a:t>보장할</a:t>
            </a:r>
            <a:r>
              <a:rPr dirty="0"/>
              <a:t> </a:t>
            </a:r>
            <a:r>
              <a:rPr dirty="0" err="1"/>
              <a:t>수</a:t>
            </a:r>
            <a:r>
              <a:rPr dirty="0"/>
              <a:t> </a:t>
            </a:r>
            <a:r>
              <a:rPr dirty="0" err="1"/>
              <a:t>있습니다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하단은</a:t>
            </a:r>
            <a:r>
              <a:rPr dirty="0"/>
              <a:t> </a:t>
            </a:r>
            <a:r>
              <a:rPr dirty="0" err="1"/>
              <a:t>백엔드</a:t>
            </a:r>
            <a:r>
              <a:rPr dirty="0"/>
              <a:t> </a:t>
            </a:r>
            <a:r>
              <a:rPr dirty="0" err="1"/>
              <a:t>처리</a:t>
            </a:r>
            <a:r>
              <a:rPr dirty="0"/>
              <a:t> </a:t>
            </a:r>
            <a:r>
              <a:rPr dirty="0" err="1"/>
              <a:t>인프라입니다</a:t>
            </a:r>
            <a:r>
              <a:rPr dirty="0"/>
              <a:t>. </a:t>
            </a:r>
            <a:r>
              <a:rPr dirty="0" err="1"/>
              <a:t>클라이언트</a:t>
            </a:r>
            <a:r>
              <a:rPr dirty="0"/>
              <a:t> </a:t>
            </a:r>
            <a:r>
              <a:rPr dirty="0" err="1"/>
              <a:t>요청이</a:t>
            </a:r>
            <a:r>
              <a:rPr dirty="0"/>
              <a:t> Spring Boot </a:t>
            </a:r>
            <a:r>
              <a:rPr dirty="0" err="1"/>
              <a:t>API로</a:t>
            </a:r>
            <a:r>
              <a:rPr dirty="0"/>
              <a:t> </a:t>
            </a:r>
            <a:r>
              <a:rPr dirty="0" err="1"/>
              <a:t>들어오면</a:t>
            </a:r>
            <a:r>
              <a:rPr dirty="0"/>
              <a:t> Job </a:t>
            </a:r>
            <a:r>
              <a:rPr dirty="0" err="1"/>
              <a:t>DB에</a:t>
            </a:r>
            <a:r>
              <a:rPr dirty="0"/>
              <a:t> </a:t>
            </a:r>
            <a:r>
              <a:rPr dirty="0" err="1"/>
              <a:t>작업이</a:t>
            </a:r>
            <a:r>
              <a:rPr dirty="0"/>
              <a:t> </a:t>
            </a:r>
            <a:r>
              <a:rPr dirty="0" err="1"/>
              <a:t>저장되고</a:t>
            </a:r>
            <a:r>
              <a:rPr dirty="0"/>
              <a:t>, Redis </a:t>
            </a:r>
            <a:r>
              <a:rPr dirty="0" err="1"/>
              <a:t>또는</a:t>
            </a:r>
            <a:r>
              <a:rPr dirty="0"/>
              <a:t> Kafka </a:t>
            </a:r>
            <a:r>
              <a:rPr dirty="0" err="1"/>
              <a:t>큐로</a:t>
            </a:r>
            <a:r>
              <a:rPr dirty="0"/>
              <a:t> </a:t>
            </a:r>
            <a:r>
              <a:rPr dirty="0" err="1"/>
              <a:t>들어갑니다</a:t>
            </a:r>
            <a:r>
              <a:rPr dirty="0"/>
              <a:t>. Python </a:t>
            </a:r>
            <a:r>
              <a:rPr dirty="0" err="1"/>
              <a:t>MediaPipe</a:t>
            </a:r>
            <a:r>
              <a:rPr dirty="0"/>
              <a:t> </a:t>
            </a:r>
            <a:r>
              <a:rPr dirty="0" err="1"/>
              <a:t>워커가</a:t>
            </a:r>
            <a:r>
              <a:rPr dirty="0"/>
              <a:t> </a:t>
            </a:r>
            <a:r>
              <a:rPr dirty="0" err="1"/>
              <a:t>큐에서</a:t>
            </a:r>
            <a:r>
              <a:rPr dirty="0"/>
              <a:t> </a:t>
            </a:r>
            <a:r>
              <a:rPr dirty="0" err="1"/>
              <a:t>작업을</a:t>
            </a:r>
            <a:r>
              <a:rPr dirty="0"/>
              <a:t> </a:t>
            </a:r>
            <a:r>
              <a:rPr dirty="0" err="1"/>
              <a:t>가져가</a:t>
            </a:r>
            <a:r>
              <a:rPr dirty="0"/>
              <a:t> </a:t>
            </a:r>
            <a:r>
              <a:rPr dirty="0" err="1"/>
              <a:t>처리하고</a:t>
            </a:r>
            <a:r>
              <a:rPr dirty="0"/>
              <a:t>, </a:t>
            </a:r>
            <a:r>
              <a:rPr dirty="0" err="1"/>
              <a:t>WebSocket이나</a:t>
            </a:r>
            <a:r>
              <a:rPr dirty="0"/>
              <a:t> </a:t>
            </a:r>
            <a:r>
              <a:rPr dirty="0" err="1"/>
              <a:t>SSE로</a:t>
            </a:r>
            <a:r>
              <a:rPr dirty="0"/>
              <a:t> </a:t>
            </a:r>
            <a:r>
              <a:rPr dirty="0" err="1"/>
              <a:t>진행률을</a:t>
            </a:r>
            <a:r>
              <a:rPr dirty="0"/>
              <a:t> </a:t>
            </a:r>
            <a:r>
              <a:rPr dirty="0" err="1"/>
              <a:t>실시간</a:t>
            </a:r>
            <a:r>
              <a:rPr dirty="0"/>
              <a:t> </a:t>
            </a:r>
            <a:r>
              <a:rPr dirty="0" err="1"/>
              <a:t>전달하며</a:t>
            </a:r>
            <a:r>
              <a:rPr dirty="0"/>
              <a:t>, </a:t>
            </a:r>
            <a:r>
              <a:rPr dirty="0" err="1"/>
              <a:t>결과는</a:t>
            </a:r>
            <a:r>
              <a:rPr dirty="0"/>
              <a:t> S3와 </a:t>
            </a:r>
            <a:r>
              <a:rPr dirty="0" err="1"/>
              <a:t>Redis에</a:t>
            </a:r>
            <a:r>
              <a:rPr dirty="0"/>
              <a:t> </a:t>
            </a:r>
            <a:r>
              <a:rPr dirty="0" err="1"/>
              <a:t>저장됩니다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기술</a:t>
            </a:r>
            <a:r>
              <a:rPr dirty="0"/>
              <a:t> </a:t>
            </a:r>
            <a:r>
              <a:rPr dirty="0" err="1"/>
              <a:t>스택은</a:t>
            </a:r>
            <a:r>
              <a:rPr dirty="0"/>
              <a:t> </a:t>
            </a:r>
            <a:r>
              <a:rPr dirty="0" err="1"/>
              <a:t>프론트는</a:t>
            </a:r>
            <a:r>
              <a:rPr dirty="0"/>
              <a:t> </a:t>
            </a:r>
            <a:r>
              <a:rPr dirty="0" err="1"/>
              <a:t>Next.js·TypeScript·Three.js</a:t>
            </a:r>
            <a:r>
              <a:rPr dirty="0"/>
              <a:t> </a:t>
            </a:r>
            <a:r>
              <a:rPr dirty="0" err="1"/>
              <a:t>계열</a:t>
            </a:r>
            <a:r>
              <a:rPr dirty="0"/>
              <a:t>, </a:t>
            </a:r>
            <a:r>
              <a:rPr dirty="0" err="1"/>
              <a:t>백엔드는</a:t>
            </a:r>
            <a:r>
              <a:rPr dirty="0"/>
              <a:t> Spring </a:t>
            </a:r>
            <a:r>
              <a:rPr dirty="0" err="1"/>
              <a:t>Boot에</a:t>
            </a:r>
            <a:r>
              <a:rPr dirty="0"/>
              <a:t> Redis/Kafka, </a:t>
            </a:r>
            <a:r>
              <a:rPr dirty="0" err="1"/>
              <a:t>그리고</a:t>
            </a:r>
            <a:r>
              <a:rPr dirty="0"/>
              <a:t> Python </a:t>
            </a:r>
            <a:r>
              <a:rPr dirty="0" err="1"/>
              <a:t>MediaPipe·BiSeNet</a:t>
            </a:r>
            <a:r>
              <a:rPr dirty="0"/>
              <a:t>, Unity </a:t>
            </a:r>
            <a:r>
              <a:rPr dirty="0" err="1"/>
              <a:t>UniVRM</a:t>
            </a:r>
            <a:r>
              <a:rPr dirty="0"/>
              <a:t>, AWS EC2·RDS·S3로 </a:t>
            </a:r>
            <a:r>
              <a:rPr dirty="0" err="1"/>
              <a:t>구성됩니다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현재</a:t>
            </a:r>
            <a:r>
              <a:rPr dirty="0"/>
              <a:t> </a:t>
            </a:r>
            <a:r>
              <a:rPr dirty="0" err="1"/>
              <a:t>위치를</a:t>
            </a:r>
            <a:r>
              <a:rPr dirty="0"/>
              <a:t> </a:t>
            </a:r>
            <a:r>
              <a:rPr dirty="0" err="1"/>
              <a:t>먼저</a:t>
            </a:r>
            <a:r>
              <a:rPr dirty="0"/>
              <a:t> </a:t>
            </a:r>
            <a:r>
              <a:rPr dirty="0" err="1"/>
              <a:t>말씀드리면</a:t>
            </a:r>
            <a:r>
              <a:rPr dirty="0"/>
              <a:t>, Sprint 0 2주 PoC </a:t>
            </a:r>
            <a:r>
              <a:rPr dirty="0" err="1"/>
              <a:t>검증을</a:t>
            </a:r>
            <a:r>
              <a:rPr dirty="0"/>
              <a:t> </a:t>
            </a:r>
            <a:r>
              <a:rPr dirty="0" err="1"/>
              <a:t>마치고</a:t>
            </a:r>
            <a:r>
              <a:rPr dirty="0"/>
              <a:t> Phase 1-1 4주 </a:t>
            </a:r>
            <a:r>
              <a:rPr dirty="0" err="1"/>
              <a:t>파이프라인</a:t>
            </a:r>
            <a:r>
              <a:rPr dirty="0"/>
              <a:t> </a:t>
            </a:r>
            <a:r>
              <a:rPr dirty="0" err="1"/>
              <a:t>구현이</a:t>
            </a:r>
            <a:r>
              <a:rPr dirty="0"/>
              <a:t> </a:t>
            </a:r>
            <a:r>
              <a:rPr dirty="0" err="1"/>
              <a:t>진행</a:t>
            </a:r>
            <a:r>
              <a:rPr dirty="0"/>
              <a:t> </a:t>
            </a:r>
            <a:r>
              <a:rPr dirty="0" err="1"/>
              <a:t>중입니다</a:t>
            </a:r>
            <a:r>
              <a:rPr dirty="0"/>
              <a:t>. </a:t>
            </a:r>
            <a:r>
              <a:rPr dirty="0" err="1"/>
              <a:t>MVP는</a:t>
            </a:r>
            <a:r>
              <a:rPr dirty="0"/>
              <a:t> </a:t>
            </a:r>
            <a:r>
              <a:rPr dirty="0" err="1"/>
              <a:t>아직</a:t>
            </a:r>
            <a:r>
              <a:rPr dirty="0"/>
              <a:t> </a:t>
            </a:r>
            <a:r>
              <a:rPr dirty="0" err="1"/>
              <a:t>미완료</a:t>
            </a:r>
            <a:r>
              <a:rPr dirty="0"/>
              <a:t> </a:t>
            </a:r>
            <a:r>
              <a:rPr dirty="0" err="1"/>
              <a:t>상태이고</a:t>
            </a:r>
            <a:r>
              <a:rPr dirty="0"/>
              <a:t> </a:t>
            </a:r>
            <a:r>
              <a:rPr dirty="0" err="1"/>
              <a:t>프로토타입</a:t>
            </a:r>
            <a:r>
              <a:rPr dirty="0"/>
              <a:t> v0.</a:t>
            </a:r>
            <a:r>
              <a:rPr lang="en-US" altLang="ko-KR" dirty="0"/>
              <a:t>5</a:t>
            </a:r>
            <a:r>
              <a:rPr dirty="0"/>
              <a:t> </a:t>
            </a:r>
            <a:r>
              <a:rPr dirty="0" err="1"/>
              <a:t>단계입니다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Sprint 0에서 </a:t>
            </a:r>
            <a:r>
              <a:rPr dirty="0" err="1"/>
              <a:t>완료한</a:t>
            </a:r>
            <a:r>
              <a:rPr dirty="0"/>
              <a:t> </a:t>
            </a:r>
            <a:r>
              <a:rPr dirty="0" err="1"/>
              <a:t>항목을</a:t>
            </a:r>
            <a:r>
              <a:rPr dirty="0"/>
              <a:t> </a:t>
            </a:r>
            <a:r>
              <a:rPr dirty="0" err="1"/>
              <a:t>팀원별로</a:t>
            </a:r>
            <a:r>
              <a:rPr dirty="0"/>
              <a:t> </a:t>
            </a:r>
            <a:r>
              <a:rPr dirty="0" err="1"/>
              <a:t>짚으면</a:t>
            </a:r>
            <a:r>
              <a:rPr dirty="0"/>
              <a:t> — </a:t>
            </a:r>
            <a:r>
              <a:rPr dirty="0" err="1"/>
              <a:t>이현지님이</a:t>
            </a:r>
            <a:r>
              <a:rPr dirty="0"/>
              <a:t> VRM 0.0 </a:t>
            </a:r>
            <a:r>
              <a:rPr dirty="0" err="1"/>
              <a:t>표준을</a:t>
            </a:r>
            <a:r>
              <a:rPr dirty="0"/>
              <a:t> </a:t>
            </a:r>
            <a:r>
              <a:rPr dirty="0" err="1"/>
              <a:t>채택하고</a:t>
            </a:r>
            <a:r>
              <a:rPr dirty="0"/>
              <a:t> </a:t>
            </a:r>
            <a:r>
              <a:rPr dirty="0" err="1"/>
              <a:t>Blender로</a:t>
            </a:r>
            <a:r>
              <a:rPr dirty="0"/>
              <a:t> </a:t>
            </a:r>
            <a:r>
              <a:rPr dirty="0" err="1"/>
              <a:t>마스터</a:t>
            </a:r>
            <a:r>
              <a:rPr dirty="0"/>
              <a:t> </a:t>
            </a:r>
            <a:r>
              <a:rPr dirty="0" err="1"/>
              <a:t>템플릿</a:t>
            </a:r>
            <a:r>
              <a:rPr dirty="0"/>
              <a:t> </a:t>
            </a:r>
            <a:r>
              <a:rPr dirty="0" err="1"/>
              <a:t>모델을</a:t>
            </a:r>
            <a:r>
              <a:rPr dirty="0"/>
              <a:t> </a:t>
            </a:r>
            <a:r>
              <a:rPr dirty="0" err="1"/>
              <a:t>제작하면서</a:t>
            </a:r>
            <a:r>
              <a:rPr dirty="0"/>
              <a:t> </a:t>
            </a:r>
            <a:r>
              <a:rPr dirty="0" err="1"/>
              <a:t>블렌드쉐입을</a:t>
            </a:r>
            <a:r>
              <a:rPr dirty="0"/>
              <a:t> </a:t>
            </a:r>
            <a:r>
              <a:rPr dirty="0" err="1"/>
              <a:t>직접</a:t>
            </a:r>
            <a:r>
              <a:rPr dirty="0"/>
              <a:t> </a:t>
            </a:r>
            <a:r>
              <a:rPr dirty="0" err="1"/>
              <a:t>이식했고</a:t>
            </a:r>
            <a:r>
              <a:rPr dirty="0"/>
              <a:t>, </a:t>
            </a:r>
            <a:r>
              <a:rPr dirty="0" err="1"/>
              <a:t>각</a:t>
            </a:r>
            <a:r>
              <a:rPr dirty="0"/>
              <a:t> </a:t>
            </a:r>
            <a:r>
              <a:rPr dirty="0" err="1"/>
              <a:t>블렌드쉐입의</a:t>
            </a:r>
            <a:r>
              <a:rPr dirty="0"/>
              <a:t> Min/Max </a:t>
            </a:r>
            <a:r>
              <a:rPr dirty="0" err="1"/>
              <a:t>키</a:t>
            </a:r>
            <a:r>
              <a:rPr dirty="0"/>
              <a:t>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매핑</a:t>
            </a:r>
            <a:r>
              <a:rPr dirty="0"/>
              <a:t> </a:t>
            </a:r>
            <a:r>
              <a:rPr dirty="0" err="1"/>
              <a:t>시스템도</a:t>
            </a:r>
            <a:r>
              <a:rPr dirty="0"/>
              <a:t> </a:t>
            </a:r>
            <a:r>
              <a:rPr dirty="0" err="1"/>
              <a:t>완성했습니다</a:t>
            </a:r>
            <a:r>
              <a:rPr dirty="0"/>
              <a:t>. </a:t>
            </a:r>
            <a:r>
              <a:rPr dirty="0" err="1"/>
              <a:t>조수빈님은</a:t>
            </a:r>
            <a:r>
              <a:rPr dirty="0"/>
              <a:t> </a:t>
            </a:r>
            <a:r>
              <a:rPr dirty="0" err="1"/>
              <a:t>전체</a:t>
            </a:r>
            <a:r>
              <a:rPr dirty="0"/>
              <a:t> </a:t>
            </a:r>
            <a:r>
              <a:rPr dirty="0" err="1"/>
              <a:t>파이프라인</a:t>
            </a:r>
            <a:r>
              <a:rPr dirty="0"/>
              <a:t> </a:t>
            </a:r>
            <a:r>
              <a:rPr dirty="0" err="1"/>
              <a:t>구조를</a:t>
            </a:r>
            <a:r>
              <a:rPr dirty="0"/>
              <a:t> </a:t>
            </a:r>
            <a:r>
              <a:rPr dirty="0" err="1"/>
              <a:t>설계하고</a:t>
            </a:r>
            <a:r>
              <a:rPr dirty="0"/>
              <a:t> 9개 </a:t>
            </a:r>
            <a:r>
              <a:rPr dirty="0" err="1"/>
              <a:t>기본</a:t>
            </a:r>
            <a:r>
              <a:rPr dirty="0"/>
              <a:t> </a:t>
            </a:r>
            <a:r>
              <a:rPr dirty="0" err="1"/>
              <a:t>이목구비</a:t>
            </a:r>
            <a:r>
              <a:rPr dirty="0"/>
              <a:t> </a:t>
            </a:r>
            <a:r>
              <a:rPr dirty="0" err="1"/>
              <a:t>특징</a:t>
            </a:r>
            <a:r>
              <a:rPr dirty="0"/>
              <a:t> </a:t>
            </a:r>
            <a:r>
              <a:rPr dirty="0" err="1"/>
              <a:t>추출을</a:t>
            </a:r>
            <a:r>
              <a:rPr dirty="0"/>
              <a:t> </a:t>
            </a:r>
            <a:r>
              <a:rPr dirty="0" err="1"/>
              <a:t>구현했습니다</a:t>
            </a:r>
            <a:r>
              <a:rPr dirty="0"/>
              <a:t>. </a:t>
            </a:r>
            <a:r>
              <a:rPr dirty="0" err="1"/>
              <a:t>최윤수님은</a:t>
            </a:r>
            <a:r>
              <a:rPr dirty="0"/>
              <a:t> </a:t>
            </a:r>
            <a:r>
              <a:rPr dirty="0" err="1"/>
              <a:t>원본</a:t>
            </a:r>
            <a:r>
              <a:rPr dirty="0"/>
              <a:t> </a:t>
            </a:r>
            <a:r>
              <a:rPr dirty="0" err="1"/>
              <a:t>이미지와</a:t>
            </a:r>
            <a:r>
              <a:rPr dirty="0"/>
              <a:t> 3D GLB </a:t>
            </a:r>
            <a:r>
              <a:rPr dirty="0" err="1"/>
              <a:t>렌더링</a:t>
            </a:r>
            <a:r>
              <a:rPr dirty="0"/>
              <a:t>, Depth </a:t>
            </a:r>
            <a:r>
              <a:rPr dirty="0" err="1"/>
              <a:t>Map을</a:t>
            </a:r>
            <a:r>
              <a:rPr dirty="0"/>
              <a:t> </a:t>
            </a:r>
            <a:r>
              <a:rPr dirty="0" err="1"/>
              <a:t>결합한</a:t>
            </a:r>
            <a:r>
              <a:rPr dirty="0"/>
              <a:t> </a:t>
            </a:r>
            <a:r>
              <a:rPr dirty="0" err="1"/>
              <a:t>특징</a:t>
            </a:r>
            <a:r>
              <a:rPr dirty="0"/>
              <a:t> </a:t>
            </a:r>
            <a:r>
              <a:rPr dirty="0" err="1"/>
              <a:t>추출과</a:t>
            </a:r>
            <a:r>
              <a:rPr dirty="0"/>
              <a:t> </a:t>
            </a:r>
            <a:r>
              <a:rPr dirty="0" err="1"/>
              <a:t>검증</a:t>
            </a:r>
            <a:r>
              <a:rPr dirty="0"/>
              <a:t> </a:t>
            </a:r>
            <a:r>
              <a:rPr dirty="0" err="1"/>
              <a:t>기능을</a:t>
            </a:r>
            <a:r>
              <a:rPr dirty="0"/>
              <a:t> </a:t>
            </a:r>
            <a:r>
              <a:rPr dirty="0" err="1"/>
              <a:t>만들었습니다</a:t>
            </a:r>
            <a:r>
              <a:rPr dirty="0"/>
              <a:t>. </a:t>
            </a:r>
            <a:r>
              <a:rPr lang="ko-KR" altLang="en-US" dirty="0"/>
              <a:t>저는</a:t>
            </a:r>
            <a:r>
              <a:rPr dirty="0"/>
              <a:t> </a:t>
            </a:r>
            <a:r>
              <a:rPr dirty="0" err="1"/>
              <a:t>Three.js</a:t>
            </a:r>
            <a:r>
              <a:rPr dirty="0"/>
              <a:t> </a:t>
            </a:r>
            <a:r>
              <a:rPr dirty="0" err="1"/>
              <a:t>웹뷰어를</a:t>
            </a:r>
            <a:r>
              <a:rPr dirty="0"/>
              <a:t> </a:t>
            </a:r>
            <a:r>
              <a:rPr dirty="0" err="1"/>
              <a:t>구축해서</a:t>
            </a:r>
            <a:r>
              <a:rPr dirty="0"/>
              <a:t> </a:t>
            </a:r>
            <a:r>
              <a:rPr dirty="0" err="1"/>
              <a:t>슬라이더로</a:t>
            </a:r>
            <a:r>
              <a:rPr dirty="0"/>
              <a:t> 3D </a:t>
            </a:r>
            <a:r>
              <a:rPr dirty="0" err="1"/>
              <a:t>얼굴을</a:t>
            </a:r>
            <a:r>
              <a:rPr dirty="0"/>
              <a:t> </a:t>
            </a:r>
            <a:r>
              <a:rPr dirty="0" err="1"/>
              <a:t>실시간</a:t>
            </a:r>
            <a:r>
              <a:rPr dirty="0"/>
              <a:t> </a:t>
            </a:r>
            <a:r>
              <a:rPr dirty="0" err="1"/>
              <a:t>편집할</a:t>
            </a:r>
            <a:r>
              <a:rPr dirty="0"/>
              <a:t> </a:t>
            </a:r>
            <a:r>
              <a:rPr dirty="0" err="1"/>
              <a:t>수</a:t>
            </a:r>
            <a:r>
              <a:rPr dirty="0"/>
              <a:t> </a:t>
            </a:r>
            <a:r>
              <a:rPr dirty="0" err="1"/>
              <a:t>있게</a:t>
            </a:r>
            <a:r>
              <a:rPr dirty="0"/>
              <a:t> </a:t>
            </a:r>
            <a:r>
              <a:rPr dirty="0" err="1"/>
              <a:t>만들었습니다</a:t>
            </a:r>
            <a:r>
              <a:rPr dirty="0"/>
              <a:t>. </a:t>
            </a:r>
            <a:r>
              <a:rPr dirty="0" err="1"/>
              <a:t>장동윤님은</a:t>
            </a:r>
            <a:r>
              <a:rPr dirty="0"/>
              <a:t> AWS EC2·RDS·S3 </a:t>
            </a:r>
            <a:r>
              <a:rPr dirty="0" err="1"/>
              <a:t>인프라와</a:t>
            </a:r>
            <a:r>
              <a:rPr dirty="0"/>
              <a:t> Spring Boot CRUD/</a:t>
            </a:r>
            <a:r>
              <a:rPr dirty="0" err="1"/>
              <a:t>인증</a:t>
            </a:r>
            <a:r>
              <a:rPr dirty="0"/>
              <a:t> </a:t>
            </a:r>
            <a:r>
              <a:rPr dirty="0" err="1"/>
              <a:t>API를</a:t>
            </a:r>
            <a:r>
              <a:rPr dirty="0"/>
              <a:t> 1차 </a:t>
            </a:r>
            <a:r>
              <a:rPr dirty="0" err="1"/>
              <a:t>완성했습니다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오른쪽</a:t>
            </a:r>
            <a:r>
              <a:rPr dirty="0"/>
              <a:t> 9단계 </a:t>
            </a:r>
            <a:r>
              <a:rPr dirty="0" err="1"/>
              <a:t>파이프라인</a:t>
            </a:r>
            <a:r>
              <a:rPr dirty="0"/>
              <a:t> </a:t>
            </a:r>
            <a:r>
              <a:rPr dirty="0" err="1"/>
              <a:t>상태를</a:t>
            </a:r>
            <a:r>
              <a:rPr dirty="0"/>
              <a:t> </a:t>
            </a:r>
            <a:r>
              <a:rPr dirty="0" err="1"/>
              <a:t>보시면</a:t>
            </a:r>
            <a:r>
              <a:rPr dirty="0"/>
              <a:t>, </a:t>
            </a:r>
            <a:r>
              <a:rPr dirty="0" err="1"/>
              <a:t>채워진</a:t>
            </a:r>
            <a:r>
              <a:rPr dirty="0"/>
              <a:t> </a:t>
            </a:r>
            <a:r>
              <a:rPr dirty="0" err="1"/>
              <a:t>동그라미</a:t>
            </a:r>
            <a:r>
              <a:rPr dirty="0"/>
              <a:t> — 1~3단계 </a:t>
            </a:r>
            <a:r>
              <a:rPr dirty="0" err="1"/>
              <a:t>업로드부터</a:t>
            </a:r>
            <a:r>
              <a:rPr dirty="0"/>
              <a:t> </a:t>
            </a:r>
            <a:r>
              <a:rPr dirty="0" err="1"/>
              <a:t>렌더</a:t>
            </a:r>
            <a:r>
              <a:rPr dirty="0"/>
              <a:t>, 4단계 9개 </a:t>
            </a:r>
            <a:r>
              <a:rPr dirty="0" err="1"/>
              <a:t>기본</a:t>
            </a:r>
            <a:r>
              <a:rPr dirty="0"/>
              <a:t> </a:t>
            </a:r>
            <a:r>
              <a:rPr dirty="0" err="1"/>
              <a:t>이목구비</a:t>
            </a:r>
            <a:r>
              <a:rPr dirty="0"/>
              <a:t> </a:t>
            </a:r>
            <a:r>
              <a:rPr dirty="0" err="1"/>
              <a:t>추출</a:t>
            </a:r>
            <a:r>
              <a:rPr dirty="0"/>
              <a:t>, </a:t>
            </a:r>
            <a:r>
              <a:rPr dirty="0" err="1"/>
              <a:t>그리고</a:t>
            </a:r>
            <a:r>
              <a:rPr dirty="0"/>
              <a:t> 8단계 </a:t>
            </a:r>
            <a:r>
              <a:rPr dirty="0" err="1"/>
              <a:t>Three.js</a:t>
            </a:r>
            <a:r>
              <a:rPr dirty="0"/>
              <a:t> </a:t>
            </a:r>
            <a:r>
              <a:rPr dirty="0" err="1"/>
              <a:t>슬라이더는</a:t>
            </a:r>
            <a:r>
              <a:rPr dirty="0"/>
              <a:t> </a:t>
            </a:r>
            <a:r>
              <a:rPr dirty="0" err="1"/>
              <a:t>동작합니다</a:t>
            </a:r>
            <a:r>
              <a:rPr dirty="0"/>
              <a:t>. </a:t>
            </a:r>
            <a:r>
              <a:rPr dirty="0" err="1"/>
              <a:t>비어</a:t>
            </a:r>
            <a:r>
              <a:rPr dirty="0"/>
              <a:t> </a:t>
            </a:r>
            <a:r>
              <a:rPr dirty="0" err="1"/>
              <a:t>있는</a:t>
            </a:r>
            <a:r>
              <a:rPr dirty="0"/>
              <a:t> </a:t>
            </a:r>
            <a:r>
              <a:rPr dirty="0" err="1"/>
              <a:t>동그라미</a:t>
            </a:r>
            <a:r>
              <a:rPr dirty="0"/>
              <a:t> — </a:t>
            </a:r>
            <a:r>
              <a:rPr dirty="0" err="1"/>
              <a:t>헤어와</a:t>
            </a:r>
            <a:r>
              <a:rPr dirty="0"/>
              <a:t> </a:t>
            </a:r>
            <a:r>
              <a:rPr dirty="0" err="1"/>
              <a:t>악세서리</a:t>
            </a:r>
            <a:r>
              <a:rPr dirty="0"/>
              <a:t> </a:t>
            </a:r>
            <a:r>
              <a:rPr dirty="0" err="1"/>
              <a:t>BiSeNet</a:t>
            </a:r>
            <a:r>
              <a:rPr dirty="0"/>
              <a:t> </a:t>
            </a:r>
            <a:r>
              <a:rPr dirty="0" err="1"/>
              <a:t>추출</a:t>
            </a:r>
            <a:r>
              <a:rPr dirty="0"/>
              <a:t>, </a:t>
            </a:r>
            <a:r>
              <a:rPr dirty="0" err="1"/>
              <a:t>템플릿</a:t>
            </a:r>
            <a:r>
              <a:rPr dirty="0"/>
              <a:t> </a:t>
            </a:r>
            <a:r>
              <a:rPr dirty="0" err="1"/>
              <a:t>매칭과</a:t>
            </a:r>
            <a:r>
              <a:rPr dirty="0"/>
              <a:t> Morph, Depth Map </a:t>
            </a:r>
            <a:r>
              <a:rPr dirty="0" err="1"/>
              <a:t>기반</a:t>
            </a:r>
            <a:r>
              <a:rPr dirty="0"/>
              <a:t> </a:t>
            </a:r>
            <a:r>
              <a:rPr dirty="0" err="1"/>
              <a:t>유사도</a:t>
            </a:r>
            <a:r>
              <a:rPr dirty="0"/>
              <a:t> </a:t>
            </a:r>
            <a:r>
              <a:rPr dirty="0" err="1"/>
              <a:t>검증</a:t>
            </a:r>
            <a:r>
              <a:rPr dirty="0"/>
              <a:t>, Unity VRM </a:t>
            </a:r>
            <a:r>
              <a:rPr dirty="0" err="1"/>
              <a:t>익스포트는</a:t>
            </a:r>
            <a:r>
              <a:rPr dirty="0"/>
              <a:t> </a:t>
            </a:r>
            <a:r>
              <a:rPr dirty="0" err="1"/>
              <a:t>진행</a:t>
            </a:r>
            <a:r>
              <a:rPr dirty="0"/>
              <a:t> </a:t>
            </a:r>
            <a:r>
              <a:rPr dirty="0" err="1"/>
              <a:t>중이거나</a:t>
            </a:r>
            <a:r>
              <a:rPr dirty="0"/>
              <a:t> </a:t>
            </a:r>
            <a:r>
              <a:rPr dirty="0" err="1"/>
              <a:t>곧</a:t>
            </a:r>
            <a:r>
              <a:rPr dirty="0"/>
              <a:t> </a:t>
            </a:r>
            <a:r>
              <a:rPr dirty="0" err="1"/>
              <a:t>구현</a:t>
            </a:r>
            <a:r>
              <a:rPr dirty="0"/>
              <a:t> </a:t>
            </a:r>
            <a:r>
              <a:rPr dirty="0" err="1"/>
              <a:t>예정입니다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요약하면</a:t>
            </a:r>
            <a:r>
              <a:rPr dirty="0"/>
              <a:t>, </a:t>
            </a:r>
            <a:r>
              <a:rPr dirty="0" err="1"/>
              <a:t>이미지</a:t>
            </a:r>
            <a:r>
              <a:rPr dirty="0"/>
              <a:t> </a:t>
            </a:r>
            <a:r>
              <a:rPr dirty="0" err="1"/>
              <a:t>업로드부터</a:t>
            </a:r>
            <a:r>
              <a:rPr dirty="0"/>
              <a:t> 3D </a:t>
            </a:r>
            <a:r>
              <a:rPr dirty="0" err="1"/>
              <a:t>변환</a:t>
            </a:r>
            <a:r>
              <a:rPr dirty="0"/>
              <a:t>, 9개 </a:t>
            </a:r>
            <a:r>
              <a:rPr dirty="0" err="1"/>
              <a:t>이목구비</a:t>
            </a:r>
            <a:r>
              <a:rPr dirty="0"/>
              <a:t> </a:t>
            </a:r>
            <a:r>
              <a:rPr dirty="0" err="1"/>
              <a:t>특징</a:t>
            </a:r>
            <a:r>
              <a:rPr dirty="0"/>
              <a:t> </a:t>
            </a:r>
            <a:r>
              <a:rPr dirty="0" err="1"/>
              <a:t>추출</a:t>
            </a:r>
            <a:r>
              <a:rPr dirty="0"/>
              <a:t>, </a:t>
            </a:r>
            <a:r>
              <a:rPr dirty="0" err="1"/>
              <a:t>마스터</a:t>
            </a:r>
            <a:r>
              <a:rPr dirty="0"/>
              <a:t> </a:t>
            </a:r>
            <a:r>
              <a:rPr dirty="0" err="1"/>
              <a:t>템플릿</a:t>
            </a:r>
            <a:r>
              <a:rPr dirty="0"/>
              <a:t> </a:t>
            </a:r>
            <a:r>
              <a:rPr dirty="0" err="1"/>
              <a:t>매칭</a:t>
            </a:r>
            <a:r>
              <a:rPr dirty="0"/>
              <a:t>, </a:t>
            </a:r>
            <a:r>
              <a:rPr dirty="0" err="1"/>
              <a:t>그리고</a:t>
            </a:r>
            <a:r>
              <a:rPr dirty="0"/>
              <a:t> </a:t>
            </a:r>
            <a:r>
              <a:rPr dirty="0" err="1"/>
              <a:t>웹뷰어에서</a:t>
            </a:r>
            <a:r>
              <a:rPr dirty="0"/>
              <a:t> </a:t>
            </a:r>
            <a:r>
              <a:rPr dirty="0" err="1"/>
              <a:t>슬라이더로</a:t>
            </a:r>
            <a:r>
              <a:rPr dirty="0"/>
              <a:t> </a:t>
            </a:r>
            <a:r>
              <a:rPr dirty="0" err="1"/>
              <a:t>얼굴을</a:t>
            </a:r>
            <a:r>
              <a:rPr dirty="0"/>
              <a:t> </a:t>
            </a:r>
            <a:r>
              <a:rPr dirty="0" err="1"/>
              <a:t>실시간</a:t>
            </a:r>
            <a:r>
              <a:rPr dirty="0"/>
              <a:t> </a:t>
            </a:r>
            <a:r>
              <a:rPr dirty="0" err="1"/>
              <a:t>편집하는</a:t>
            </a:r>
            <a:r>
              <a:rPr dirty="0"/>
              <a:t> </a:t>
            </a:r>
            <a:r>
              <a:rPr dirty="0" err="1"/>
              <a:t>흐름까지</a:t>
            </a:r>
            <a:r>
              <a:rPr dirty="0"/>
              <a:t> </a:t>
            </a:r>
            <a:r>
              <a:rPr dirty="0" err="1"/>
              <a:t>동작합니다</a:t>
            </a:r>
            <a:r>
              <a:rPr dirty="0"/>
              <a:t>. </a:t>
            </a:r>
            <a:r>
              <a:rPr dirty="0" err="1"/>
              <a:t>다음</a:t>
            </a:r>
            <a:r>
              <a:rPr dirty="0"/>
              <a:t> </a:t>
            </a:r>
            <a:r>
              <a:rPr dirty="0" err="1"/>
              <a:t>슬라이드에서</a:t>
            </a:r>
            <a:r>
              <a:rPr dirty="0"/>
              <a:t>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화면을</a:t>
            </a:r>
            <a:r>
              <a:rPr dirty="0"/>
              <a:t> </a:t>
            </a:r>
            <a:r>
              <a:rPr dirty="0" err="1"/>
              <a:t>보여드리겠습니다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방금</a:t>
            </a:r>
            <a:r>
              <a:rPr dirty="0"/>
              <a:t> </a:t>
            </a:r>
            <a:r>
              <a:rPr dirty="0" err="1"/>
              <a:t>말씀드린</a:t>
            </a:r>
            <a:r>
              <a:rPr dirty="0"/>
              <a:t> </a:t>
            </a:r>
            <a:r>
              <a:rPr dirty="0" err="1"/>
              <a:t>흐름을</a:t>
            </a:r>
            <a:r>
              <a:rPr dirty="0"/>
              <a:t>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화면으로</a:t>
            </a:r>
            <a:r>
              <a:rPr dirty="0"/>
              <a:t> </a:t>
            </a:r>
            <a:r>
              <a:rPr dirty="0" err="1"/>
              <a:t>보여드립니다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왼쪽</a:t>
            </a:r>
            <a:r>
              <a:rPr dirty="0"/>
              <a:t> </a:t>
            </a:r>
            <a:r>
              <a:rPr dirty="0" err="1"/>
              <a:t>패널이</a:t>
            </a:r>
            <a:r>
              <a:rPr dirty="0"/>
              <a:t> Avatar </a:t>
            </a:r>
            <a:r>
              <a:rPr dirty="0" err="1"/>
              <a:t>Studio라는</a:t>
            </a:r>
            <a:r>
              <a:rPr dirty="0"/>
              <a:t> </a:t>
            </a:r>
            <a:r>
              <a:rPr dirty="0" err="1"/>
              <a:t>슬라이더</a:t>
            </a:r>
            <a:r>
              <a:rPr dirty="0"/>
              <a:t> </a:t>
            </a:r>
            <a:r>
              <a:rPr dirty="0" err="1"/>
              <a:t>편집기인데</a:t>
            </a:r>
            <a:r>
              <a:rPr dirty="0"/>
              <a:t>, '</a:t>
            </a:r>
            <a:r>
              <a:rPr dirty="0" err="1"/>
              <a:t>얼굴</a:t>
            </a:r>
            <a:r>
              <a:rPr dirty="0"/>
              <a:t>' </a:t>
            </a:r>
            <a:r>
              <a:rPr dirty="0" err="1"/>
              <a:t>카테고리</a:t>
            </a:r>
            <a:r>
              <a:rPr dirty="0"/>
              <a:t> </a:t>
            </a:r>
            <a:r>
              <a:rPr dirty="0" err="1"/>
              <a:t>안에서</a:t>
            </a:r>
            <a:r>
              <a:rPr dirty="0"/>
              <a:t> </a:t>
            </a:r>
            <a:r>
              <a:rPr dirty="0" err="1"/>
              <a:t>눈</a:t>
            </a:r>
            <a:r>
              <a:rPr dirty="0"/>
              <a:t> </a:t>
            </a:r>
            <a:r>
              <a:rPr dirty="0" err="1"/>
              <a:t>가로</a:t>
            </a:r>
            <a:r>
              <a:rPr dirty="0"/>
              <a:t> </a:t>
            </a:r>
            <a:r>
              <a:rPr dirty="0" err="1"/>
              <a:t>너비</a:t>
            </a:r>
            <a:r>
              <a:rPr dirty="0"/>
              <a:t>, </a:t>
            </a:r>
            <a:r>
              <a:rPr dirty="0" err="1"/>
              <a:t>눈</a:t>
            </a:r>
            <a:r>
              <a:rPr dirty="0"/>
              <a:t> </a:t>
            </a:r>
            <a:r>
              <a:rPr dirty="0" err="1"/>
              <a:t>세로</a:t>
            </a:r>
            <a:r>
              <a:rPr dirty="0"/>
              <a:t> </a:t>
            </a:r>
            <a:r>
              <a:rPr dirty="0" err="1"/>
              <a:t>너비</a:t>
            </a:r>
            <a:r>
              <a:rPr dirty="0"/>
              <a:t>, </a:t>
            </a:r>
            <a:r>
              <a:rPr dirty="0" err="1"/>
              <a:t>눈</a:t>
            </a:r>
            <a:r>
              <a:rPr dirty="0"/>
              <a:t> </a:t>
            </a:r>
            <a:r>
              <a:rPr dirty="0" err="1"/>
              <a:t>높이</a:t>
            </a:r>
            <a:r>
              <a:rPr dirty="0"/>
              <a:t>, </a:t>
            </a:r>
            <a:r>
              <a:rPr dirty="0" err="1"/>
              <a:t>눈</a:t>
            </a:r>
            <a:r>
              <a:rPr dirty="0"/>
              <a:t> </a:t>
            </a:r>
            <a:r>
              <a:rPr dirty="0" err="1"/>
              <a:t>간격</a:t>
            </a:r>
            <a:r>
              <a:rPr dirty="0"/>
              <a:t> </a:t>
            </a:r>
            <a:r>
              <a:rPr dirty="0" err="1"/>
              <a:t>등</a:t>
            </a:r>
            <a:r>
              <a:rPr dirty="0"/>
              <a:t> 14종 </a:t>
            </a:r>
            <a:r>
              <a:rPr dirty="0" err="1"/>
              <a:t>슬라이더를</a:t>
            </a:r>
            <a:r>
              <a:rPr dirty="0"/>
              <a:t> </a:t>
            </a:r>
            <a:r>
              <a:rPr dirty="0" err="1"/>
              <a:t>조작할</a:t>
            </a:r>
            <a:r>
              <a:rPr dirty="0"/>
              <a:t> </a:t>
            </a:r>
            <a:r>
              <a:rPr dirty="0" err="1"/>
              <a:t>수</a:t>
            </a:r>
            <a:r>
              <a:rPr dirty="0"/>
              <a:t> </a:t>
            </a:r>
            <a:r>
              <a:rPr dirty="0" err="1"/>
              <a:t>있습니다</a:t>
            </a:r>
            <a:r>
              <a:rPr dirty="0"/>
              <a:t>. </a:t>
            </a:r>
            <a:r>
              <a:rPr dirty="0" err="1"/>
              <a:t>카테고리는</a:t>
            </a:r>
            <a:r>
              <a:rPr dirty="0"/>
              <a:t> </a:t>
            </a:r>
            <a:r>
              <a:rPr dirty="0" err="1"/>
              <a:t>얼굴</a:t>
            </a:r>
            <a:r>
              <a:rPr dirty="0"/>
              <a:t>, </a:t>
            </a:r>
            <a:r>
              <a:rPr dirty="0" err="1"/>
              <a:t>체형</a:t>
            </a:r>
            <a:r>
              <a:rPr dirty="0"/>
              <a:t>, </a:t>
            </a:r>
            <a:r>
              <a:rPr dirty="0" err="1"/>
              <a:t>표정</a:t>
            </a:r>
            <a:r>
              <a:rPr dirty="0"/>
              <a:t>, </a:t>
            </a:r>
            <a:r>
              <a:rPr dirty="0" err="1"/>
              <a:t>패션</a:t>
            </a:r>
            <a:r>
              <a:rPr dirty="0"/>
              <a:t> </a:t>
            </a:r>
            <a:r>
              <a:rPr dirty="0" err="1"/>
              <a:t>네</a:t>
            </a:r>
            <a:r>
              <a:rPr dirty="0"/>
              <a:t> </a:t>
            </a:r>
            <a:r>
              <a:rPr dirty="0" err="1"/>
              <a:t>가지로</a:t>
            </a:r>
            <a:r>
              <a:rPr dirty="0"/>
              <a:t> </a:t>
            </a:r>
            <a:r>
              <a:rPr dirty="0" err="1"/>
              <a:t>분리되어</a:t>
            </a:r>
            <a:r>
              <a:rPr dirty="0"/>
              <a:t> </a:t>
            </a:r>
            <a:r>
              <a:rPr dirty="0" err="1"/>
              <a:t>있고</a:t>
            </a:r>
            <a:r>
              <a:rPr dirty="0"/>
              <a:t>, </a:t>
            </a:r>
            <a:r>
              <a:rPr dirty="0" err="1"/>
              <a:t>빠른</a:t>
            </a:r>
            <a:r>
              <a:rPr dirty="0"/>
              <a:t> </a:t>
            </a:r>
            <a:r>
              <a:rPr dirty="0" err="1"/>
              <a:t>프리셋</a:t>
            </a:r>
            <a:r>
              <a:rPr dirty="0"/>
              <a:t>(</a:t>
            </a:r>
            <a:r>
              <a:rPr dirty="0" err="1"/>
              <a:t>예</a:t>
            </a:r>
            <a:r>
              <a:rPr dirty="0"/>
              <a:t>: '</a:t>
            </a:r>
            <a:r>
              <a:rPr dirty="0" err="1"/>
              <a:t>큰</a:t>
            </a:r>
            <a:r>
              <a:rPr dirty="0"/>
              <a:t> </a:t>
            </a:r>
            <a:r>
              <a:rPr dirty="0" err="1"/>
              <a:t>눈</a:t>
            </a:r>
            <a:r>
              <a:rPr dirty="0"/>
              <a:t> + </a:t>
            </a:r>
            <a:r>
              <a:rPr dirty="0" err="1"/>
              <a:t>작은</a:t>
            </a:r>
            <a:r>
              <a:rPr dirty="0"/>
              <a:t> </a:t>
            </a:r>
            <a:r>
              <a:rPr dirty="0" err="1"/>
              <a:t>코</a:t>
            </a:r>
            <a:r>
              <a:rPr dirty="0"/>
              <a:t>', '</a:t>
            </a:r>
            <a:r>
              <a:rPr dirty="0" err="1"/>
              <a:t>V라인</a:t>
            </a:r>
            <a:r>
              <a:rPr dirty="0"/>
              <a:t> </a:t>
            </a:r>
            <a:r>
              <a:rPr dirty="0" err="1"/>
              <a:t>턱</a:t>
            </a:r>
            <a:r>
              <a:rPr dirty="0"/>
              <a:t>')</a:t>
            </a:r>
            <a:r>
              <a:rPr dirty="0" err="1"/>
              <a:t>도</a:t>
            </a:r>
            <a:r>
              <a:rPr dirty="0"/>
              <a:t> </a:t>
            </a:r>
            <a:r>
              <a:rPr dirty="0" err="1"/>
              <a:t>지원합니다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오른쪽</a:t>
            </a:r>
            <a:r>
              <a:rPr dirty="0"/>
              <a:t> 3D </a:t>
            </a:r>
            <a:r>
              <a:rPr dirty="0" err="1"/>
              <a:t>뷰포트에서는</a:t>
            </a:r>
            <a:r>
              <a:rPr dirty="0"/>
              <a:t> </a:t>
            </a:r>
            <a:r>
              <a:rPr dirty="0" err="1"/>
              <a:t>마스터</a:t>
            </a:r>
            <a:r>
              <a:rPr dirty="0"/>
              <a:t> </a:t>
            </a:r>
            <a:r>
              <a:rPr dirty="0" err="1"/>
              <a:t>템플릿이</a:t>
            </a:r>
            <a:r>
              <a:rPr dirty="0"/>
              <a:t> </a:t>
            </a:r>
            <a:r>
              <a:rPr dirty="0" err="1"/>
              <a:t>실시간으로</a:t>
            </a:r>
            <a:r>
              <a:rPr dirty="0"/>
              <a:t> </a:t>
            </a:r>
            <a:r>
              <a:rPr dirty="0" err="1"/>
              <a:t>렌더링되고</a:t>
            </a:r>
            <a:r>
              <a:rPr dirty="0"/>
              <a:t>, </a:t>
            </a:r>
            <a:r>
              <a:rPr dirty="0" err="1"/>
              <a:t>슬라이더</a:t>
            </a:r>
            <a:r>
              <a:rPr dirty="0"/>
              <a:t> </a:t>
            </a:r>
            <a:r>
              <a:rPr dirty="0" err="1"/>
              <a:t>값을</a:t>
            </a:r>
            <a:r>
              <a:rPr dirty="0"/>
              <a:t> </a:t>
            </a:r>
            <a:r>
              <a:rPr dirty="0" err="1"/>
              <a:t>조정하면</a:t>
            </a:r>
            <a:r>
              <a:rPr dirty="0"/>
              <a:t> 1초 </a:t>
            </a:r>
            <a:r>
              <a:rPr dirty="0" err="1"/>
              <a:t>안에</a:t>
            </a:r>
            <a:r>
              <a:rPr dirty="0"/>
              <a:t> </a:t>
            </a:r>
            <a:r>
              <a:rPr dirty="0" err="1"/>
              <a:t>모델이</a:t>
            </a:r>
            <a:r>
              <a:rPr dirty="0"/>
              <a:t> </a:t>
            </a:r>
            <a:r>
              <a:rPr dirty="0" err="1"/>
              <a:t>변형되어</a:t>
            </a:r>
            <a:r>
              <a:rPr dirty="0"/>
              <a:t> </a:t>
            </a:r>
            <a:r>
              <a:rPr dirty="0" err="1"/>
              <a:t>반영됩니다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마스터</a:t>
            </a:r>
            <a:r>
              <a:rPr dirty="0"/>
              <a:t> </a:t>
            </a:r>
            <a:r>
              <a:rPr dirty="0" err="1"/>
              <a:t>템플릿이</a:t>
            </a:r>
            <a:r>
              <a:rPr dirty="0"/>
              <a:t> </a:t>
            </a:r>
            <a:r>
              <a:rPr dirty="0" err="1"/>
              <a:t>웹뷰어와</a:t>
            </a:r>
            <a:r>
              <a:rPr dirty="0"/>
              <a:t> </a:t>
            </a:r>
            <a:r>
              <a:rPr dirty="0" err="1"/>
              <a:t>잘</a:t>
            </a:r>
            <a:r>
              <a:rPr dirty="0"/>
              <a:t> </a:t>
            </a:r>
            <a:r>
              <a:rPr lang="ko-KR" altLang="en-US" dirty="0"/>
              <a:t>연동되었습니다</a:t>
            </a:r>
            <a:r>
              <a:rPr lang="en-US" altLang="ko-KR" dirty="0"/>
              <a:t>. </a:t>
            </a:r>
            <a:r>
              <a:rPr dirty="0" err="1"/>
              <a:t>둘째</a:t>
            </a:r>
            <a:r>
              <a:rPr dirty="0"/>
              <a:t>, </a:t>
            </a:r>
            <a:r>
              <a:rPr dirty="0" err="1"/>
              <a:t>MVP의</a:t>
            </a:r>
            <a:r>
              <a:rPr dirty="0"/>
              <a:t> </a:t>
            </a:r>
            <a:r>
              <a:rPr dirty="0" err="1"/>
              <a:t>가장</a:t>
            </a:r>
            <a:r>
              <a:rPr dirty="0"/>
              <a:t> </a:t>
            </a:r>
            <a:r>
              <a:rPr dirty="0" err="1"/>
              <a:t>중요한</a:t>
            </a:r>
            <a:r>
              <a:rPr dirty="0"/>
              <a:t> Aha! Moment </a:t>
            </a:r>
            <a:r>
              <a:rPr dirty="0" err="1"/>
              <a:t>중</a:t>
            </a:r>
            <a:r>
              <a:rPr dirty="0"/>
              <a:t> </a:t>
            </a:r>
            <a:r>
              <a:rPr dirty="0" err="1"/>
              <a:t>하나인</a:t>
            </a:r>
            <a:r>
              <a:rPr dirty="0"/>
              <a:t> '</a:t>
            </a:r>
            <a:r>
              <a:rPr dirty="0" err="1"/>
              <a:t>슬라이더로</a:t>
            </a:r>
            <a:r>
              <a:rPr dirty="0"/>
              <a:t> </a:t>
            </a:r>
            <a:r>
              <a:rPr dirty="0" err="1"/>
              <a:t>즉각</a:t>
            </a:r>
            <a:r>
              <a:rPr dirty="0"/>
              <a:t> </a:t>
            </a:r>
            <a:r>
              <a:rPr dirty="0" err="1"/>
              <a:t>변형되는</a:t>
            </a:r>
            <a:r>
              <a:rPr dirty="0"/>
              <a:t> </a:t>
            </a:r>
            <a:r>
              <a:rPr dirty="0" err="1"/>
              <a:t>순간'이</a:t>
            </a:r>
            <a:r>
              <a:rPr dirty="0"/>
              <a:t> </a:t>
            </a:r>
            <a:r>
              <a:rPr dirty="0" err="1"/>
              <a:t>실제로</a:t>
            </a:r>
            <a:r>
              <a:rPr dirty="0"/>
              <a:t> </a:t>
            </a:r>
            <a:r>
              <a:rPr dirty="0" err="1"/>
              <a:t>동작합니다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아직</a:t>
            </a:r>
            <a:r>
              <a:rPr dirty="0"/>
              <a:t> </a:t>
            </a:r>
            <a:r>
              <a:rPr dirty="0" err="1"/>
              <a:t>헤어와</a:t>
            </a:r>
            <a:r>
              <a:rPr dirty="0"/>
              <a:t> </a:t>
            </a:r>
            <a:r>
              <a:rPr dirty="0" err="1"/>
              <a:t>의상이</a:t>
            </a:r>
            <a:r>
              <a:rPr dirty="0"/>
              <a:t> </a:t>
            </a:r>
            <a:r>
              <a:rPr dirty="0" err="1"/>
              <a:t>없는</a:t>
            </a:r>
            <a:r>
              <a:rPr dirty="0"/>
              <a:t> </a:t>
            </a:r>
            <a:r>
              <a:rPr dirty="0" err="1"/>
              <a:t>베이스</a:t>
            </a:r>
            <a:r>
              <a:rPr dirty="0"/>
              <a:t> </a:t>
            </a:r>
            <a:r>
              <a:rPr dirty="0" err="1"/>
              <a:t>모델</a:t>
            </a:r>
            <a:r>
              <a:rPr dirty="0"/>
              <a:t> </a:t>
            </a:r>
            <a:r>
              <a:rPr dirty="0" err="1"/>
              <a:t>상태이고</a:t>
            </a:r>
            <a:r>
              <a:rPr dirty="0"/>
              <a:t>, </a:t>
            </a:r>
            <a:r>
              <a:rPr dirty="0" err="1"/>
              <a:t>슬라이더가</a:t>
            </a:r>
            <a:r>
              <a:rPr dirty="0"/>
              <a:t> </a:t>
            </a:r>
            <a:r>
              <a:rPr dirty="0" err="1"/>
              <a:t>모든</a:t>
            </a:r>
            <a:r>
              <a:rPr dirty="0"/>
              <a:t> </a:t>
            </a:r>
            <a:r>
              <a:rPr dirty="0" err="1"/>
              <a:t>카테고리에</a:t>
            </a:r>
            <a:r>
              <a:rPr dirty="0"/>
              <a:t> </a:t>
            </a:r>
            <a:r>
              <a:rPr dirty="0" err="1"/>
              <a:t>다</a:t>
            </a:r>
            <a:r>
              <a:rPr dirty="0"/>
              <a:t> </a:t>
            </a:r>
            <a:r>
              <a:rPr dirty="0" err="1"/>
              <a:t>연결된</a:t>
            </a:r>
            <a:r>
              <a:rPr dirty="0"/>
              <a:t> </a:t>
            </a:r>
            <a:r>
              <a:rPr dirty="0" err="1"/>
              <a:t>건</a:t>
            </a:r>
            <a:r>
              <a:rPr dirty="0"/>
              <a:t> </a:t>
            </a:r>
            <a:r>
              <a:rPr dirty="0" err="1"/>
              <a:t>아니지만</a:t>
            </a:r>
            <a:r>
              <a:rPr dirty="0"/>
              <a:t>, </a:t>
            </a: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인터랙션은</a:t>
            </a:r>
            <a:r>
              <a:rPr dirty="0"/>
              <a:t> </a:t>
            </a:r>
            <a:r>
              <a:rPr dirty="0" err="1"/>
              <a:t>살아</a:t>
            </a:r>
            <a:r>
              <a:rPr dirty="0"/>
              <a:t> </a:t>
            </a:r>
            <a:r>
              <a:rPr dirty="0" err="1"/>
              <a:t>있습니다</a:t>
            </a:r>
            <a:r>
              <a:rPr dirty="0"/>
              <a:t>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이</a:t>
            </a:r>
            <a:r>
              <a:rPr dirty="0"/>
              <a:t> </a:t>
            </a:r>
            <a:r>
              <a:rPr dirty="0" err="1"/>
              <a:t>슬라이드는</a:t>
            </a:r>
            <a:r>
              <a:rPr dirty="0"/>
              <a:t> </a:t>
            </a:r>
            <a:r>
              <a:rPr dirty="0" err="1"/>
              <a:t>가이드라인에서</a:t>
            </a:r>
            <a:r>
              <a:rPr dirty="0"/>
              <a:t> </a:t>
            </a:r>
            <a:r>
              <a:rPr dirty="0" err="1"/>
              <a:t>요구한</a:t>
            </a:r>
            <a:r>
              <a:rPr dirty="0"/>
              <a:t> '</a:t>
            </a:r>
            <a:r>
              <a:rPr dirty="0" err="1"/>
              <a:t>팀원</a:t>
            </a:r>
            <a:r>
              <a:rPr dirty="0"/>
              <a:t> </a:t>
            </a:r>
            <a:r>
              <a:rPr dirty="0" err="1"/>
              <a:t>각자가</a:t>
            </a:r>
            <a:r>
              <a:rPr dirty="0"/>
              <a:t> </a:t>
            </a:r>
            <a:r>
              <a:rPr dirty="0" err="1"/>
              <a:t>맡은</a:t>
            </a:r>
            <a:r>
              <a:rPr dirty="0"/>
              <a:t> </a:t>
            </a:r>
            <a:r>
              <a:rPr dirty="0" err="1"/>
              <a:t>부분에</a:t>
            </a:r>
            <a:r>
              <a:rPr dirty="0"/>
              <a:t> </a:t>
            </a:r>
            <a:r>
              <a:rPr dirty="0" err="1"/>
              <a:t>대한</a:t>
            </a:r>
            <a:r>
              <a:rPr dirty="0"/>
              <a:t> 1분 </a:t>
            </a:r>
            <a:r>
              <a:rPr dirty="0" err="1"/>
              <a:t>분량</a:t>
            </a:r>
            <a:r>
              <a:rPr dirty="0"/>
              <a:t> </a:t>
            </a:r>
            <a:r>
              <a:rPr dirty="0" err="1"/>
              <a:t>설명'을</a:t>
            </a:r>
            <a:r>
              <a:rPr dirty="0"/>
              <a:t> </a:t>
            </a:r>
            <a:r>
              <a:rPr dirty="0" err="1"/>
              <a:t>담은</a:t>
            </a:r>
            <a:r>
              <a:rPr dirty="0"/>
              <a:t> </a:t>
            </a:r>
            <a:r>
              <a:rPr dirty="0" err="1"/>
              <a:t>구간입니다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이현지님은</a:t>
            </a:r>
            <a:r>
              <a:rPr dirty="0"/>
              <a:t> 3D </a:t>
            </a:r>
            <a:r>
              <a:rPr dirty="0" err="1"/>
              <a:t>마스터</a:t>
            </a:r>
            <a:r>
              <a:rPr dirty="0"/>
              <a:t> </a:t>
            </a:r>
            <a:r>
              <a:rPr dirty="0" err="1"/>
              <a:t>템플릿</a:t>
            </a:r>
            <a:r>
              <a:rPr dirty="0"/>
              <a:t> </a:t>
            </a:r>
            <a:r>
              <a:rPr dirty="0" err="1"/>
              <a:t>담당입니다</a:t>
            </a:r>
            <a:r>
              <a:rPr dirty="0"/>
              <a:t>. VRM 0.0 </a:t>
            </a:r>
            <a:r>
              <a:rPr dirty="0" err="1"/>
              <a:t>표준</a:t>
            </a:r>
            <a:r>
              <a:rPr dirty="0"/>
              <a:t> </a:t>
            </a:r>
            <a:r>
              <a:rPr dirty="0" err="1"/>
              <a:t>채택</a:t>
            </a:r>
            <a:r>
              <a:rPr dirty="0"/>
              <a:t>, Blender </a:t>
            </a:r>
            <a:r>
              <a:rPr dirty="0" err="1"/>
              <a:t>기반</a:t>
            </a:r>
            <a:r>
              <a:rPr dirty="0"/>
              <a:t> </a:t>
            </a:r>
            <a:r>
              <a:rPr dirty="0" err="1"/>
              <a:t>마스터</a:t>
            </a:r>
            <a:r>
              <a:rPr dirty="0"/>
              <a:t> </a:t>
            </a:r>
            <a:r>
              <a:rPr dirty="0" err="1"/>
              <a:t>모델</a:t>
            </a:r>
            <a:r>
              <a:rPr dirty="0"/>
              <a:t> </a:t>
            </a:r>
            <a:r>
              <a:rPr dirty="0" err="1"/>
              <a:t>제작</a:t>
            </a:r>
            <a:r>
              <a:rPr dirty="0"/>
              <a:t>, </a:t>
            </a:r>
            <a:r>
              <a:rPr dirty="0" err="1"/>
              <a:t>블렌드쉐입</a:t>
            </a:r>
            <a:r>
              <a:rPr dirty="0"/>
              <a:t> </a:t>
            </a:r>
            <a:r>
              <a:rPr dirty="0" err="1"/>
              <a:t>이식과</a:t>
            </a:r>
            <a:r>
              <a:rPr dirty="0"/>
              <a:t> Min/Max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매핑까지</a:t>
            </a:r>
            <a:r>
              <a:rPr dirty="0"/>
              <a:t> </a:t>
            </a:r>
            <a:r>
              <a:rPr dirty="0" err="1"/>
              <a:t>끝내고</a:t>
            </a:r>
            <a:r>
              <a:rPr dirty="0"/>
              <a:t> </a:t>
            </a:r>
            <a:r>
              <a:rPr dirty="0" err="1"/>
              <a:t>웹뷰어용</a:t>
            </a:r>
            <a:r>
              <a:rPr dirty="0"/>
              <a:t> </a:t>
            </a:r>
            <a:r>
              <a:rPr dirty="0" err="1"/>
              <a:t>모델로</a:t>
            </a:r>
            <a:r>
              <a:rPr dirty="0"/>
              <a:t> </a:t>
            </a:r>
            <a:r>
              <a:rPr dirty="0" err="1"/>
              <a:t>인계했습니다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조수빈님은</a:t>
            </a:r>
            <a:r>
              <a:rPr dirty="0"/>
              <a:t> </a:t>
            </a:r>
            <a:r>
              <a:rPr dirty="0" err="1"/>
              <a:t>특징</a:t>
            </a:r>
            <a:r>
              <a:rPr dirty="0"/>
              <a:t> </a:t>
            </a:r>
            <a:r>
              <a:rPr dirty="0" err="1"/>
              <a:t>추출과</a:t>
            </a:r>
            <a:r>
              <a:rPr dirty="0"/>
              <a:t> </a:t>
            </a:r>
            <a:r>
              <a:rPr dirty="0" err="1"/>
              <a:t>파이프라인</a:t>
            </a:r>
            <a:r>
              <a:rPr dirty="0"/>
              <a:t> </a:t>
            </a:r>
            <a:r>
              <a:rPr dirty="0" err="1"/>
              <a:t>담당입니다</a:t>
            </a:r>
            <a:r>
              <a:rPr dirty="0"/>
              <a:t>. 2D→3D </a:t>
            </a:r>
            <a:r>
              <a:rPr dirty="0" err="1"/>
              <a:t>멀티뷰</a:t>
            </a:r>
            <a:r>
              <a:rPr dirty="0"/>
              <a:t> </a:t>
            </a:r>
            <a:r>
              <a:rPr dirty="0" err="1"/>
              <a:t>특징</a:t>
            </a:r>
            <a:r>
              <a:rPr dirty="0"/>
              <a:t> </a:t>
            </a:r>
            <a:r>
              <a:rPr dirty="0" err="1"/>
              <a:t>추출</a:t>
            </a:r>
            <a:r>
              <a:rPr dirty="0"/>
              <a:t>, </a:t>
            </a:r>
            <a:r>
              <a:rPr dirty="0" err="1"/>
              <a:t>전체</a:t>
            </a:r>
            <a:r>
              <a:rPr dirty="0"/>
              <a:t> </a:t>
            </a:r>
            <a:r>
              <a:rPr dirty="0" err="1"/>
              <a:t>파이프라인</a:t>
            </a:r>
            <a:r>
              <a:rPr dirty="0"/>
              <a:t> </a:t>
            </a:r>
            <a:r>
              <a:rPr dirty="0" err="1"/>
              <a:t>구조</a:t>
            </a:r>
            <a:r>
              <a:rPr dirty="0"/>
              <a:t> </a:t>
            </a:r>
            <a:r>
              <a:rPr dirty="0" err="1"/>
              <a:t>설계</a:t>
            </a:r>
            <a:r>
              <a:rPr dirty="0"/>
              <a:t>, </a:t>
            </a:r>
            <a:r>
              <a:rPr dirty="0" err="1"/>
              <a:t>템플릿</a:t>
            </a:r>
            <a:r>
              <a:rPr dirty="0"/>
              <a:t> </a:t>
            </a:r>
            <a:r>
              <a:rPr dirty="0" err="1"/>
              <a:t>매칭과</a:t>
            </a:r>
            <a:r>
              <a:rPr dirty="0"/>
              <a:t> </a:t>
            </a:r>
            <a:r>
              <a:rPr dirty="0" err="1"/>
              <a:t>슬라이더</a:t>
            </a:r>
            <a:r>
              <a:rPr dirty="0"/>
              <a:t> </a:t>
            </a:r>
            <a:r>
              <a:rPr dirty="0" err="1"/>
              <a:t>초기값</a:t>
            </a:r>
            <a:r>
              <a:rPr dirty="0"/>
              <a:t> </a:t>
            </a:r>
            <a:r>
              <a:rPr dirty="0" err="1"/>
              <a:t>반환을</a:t>
            </a:r>
            <a:r>
              <a:rPr dirty="0"/>
              <a:t> </a:t>
            </a:r>
            <a:r>
              <a:rPr dirty="0" err="1"/>
              <a:t>맡고</a:t>
            </a:r>
            <a:r>
              <a:rPr dirty="0"/>
              <a:t> </a:t>
            </a:r>
            <a:r>
              <a:rPr dirty="0" err="1"/>
              <a:t>있고</a:t>
            </a:r>
            <a:r>
              <a:rPr dirty="0"/>
              <a:t>, 9개 </a:t>
            </a:r>
            <a:r>
              <a:rPr dirty="0" err="1"/>
              <a:t>기본</a:t>
            </a:r>
            <a:r>
              <a:rPr dirty="0"/>
              <a:t> </a:t>
            </a:r>
            <a:r>
              <a:rPr dirty="0" err="1"/>
              <a:t>이목구비</a:t>
            </a:r>
            <a:r>
              <a:rPr dirty="0"/>
              <a:t> </a:t>
            </a:r>
            <a:r>
              <a:rPr dirty="0" err="1"/>
              <a:t>추출을</a:t>
            </a:r>
            <a:r>
              <a:rPr dirty="0"/>
              <a:t> </a:t>
            </a:r>
            <a:r>
              <a:rPr dirty="0" err="1"/>
              <a:t>완료한</a:t>
            </a:r>
            <a:r>
              <a:rPr dirty="0"/>
              <a:t> </a:t>
            </a:r>
            <a:r>
              <a:rPr dirty="0" err="1"/>
              <a:t>뒤</a:t>
            </a:r>
            <a:r>
              <a:rPr dirty="0"/>
              <a:t> </a:t>
            </a:r>
            <a:r>
              <a:rPr dirty="0" err="1"/>
              <a:t>헤어</a:t>
            </a:r>
            <a:r>
              <a:rPr dirty="0"/>
              <a:t>/</a:t>
            </a:r>
            <a:r>
              <a:rPr dirty="0" err="1"/>
              <a:t>악세서리</a:t>
            </a:r>
            <a:r>
              <a:rPr dirty="0"/>
              <a:t> </a:t>
            </a:r>
            <a:r>
              <a:rPr dirty="0" err="1"/>
              <a:t>BiSeNet을</a:t>
            </a:r>
            <a:r>
              <a:rPr dirty="0"/>
              <a:t> </a:t>
            </a:r>
            <a:r>
              <a:rPr dirty="0" err="1"/>
              <a:t>진행</a:t>
            </a:r>
            <a:r>
              <a:rPr dirty="0"/>
              <a:t> </a:t>
            </a:r>
            <a:r>
              <a:rPr dirty="0" err="1"/>
              <a:t>중입니다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최윤수님은</a:t>
            </a:r>
            <a:r>
              <a:rPr dirty="0"/>
              <a:t> </a:t>
            </a:r>
            <a:r>
              <a:rPr dirty="0" err="1"/>
              <a:t>렌더링</a:t>
            </a:r>
            <a:r>
              <a:rPr dirty="0"/>
              <a:t> </a:t>
            </a:r>
            <a:r>
              <a:rPr dirty="0" err="1"/>
              <a:t>검증과</a:t>
            </a:r>
            <a:r>
              <a:rPr dirty="0"/>
              <a:t> Unity VRM </a:t>
            </a:r>
            <a:r>
              <a:rPr dirty="0" err="1"/>
              <a:t>담당입니다</a:t>
            </a:r>
            <a:r>
              <a:rPr dirty="0"/>
              <a:t>. 3D GLB </a:t>
            </a:r>
            <a:r>
              <a:rPr dirty="0" err="1"/>
              <a:t>렌더링과</a:t>
            </a:r>
            <a:r>
              <a:rPr dirty="0"/>
              <a:t> Depth Map </a:t>
            </a:r>
            <a:r>
              <a:rPr dirty="0" err="1"/>
              <a:t>검증</a:t>
            </a:r>
            <a:r>
              <a:rPr dirty="0"/>
              <a:t>, Unity </a:t>
            </a:r>
            <a:r>
              <a:rPr dirty="0" err="1"/>
              <a:t>UniVRM</a:t>
            </a:r>
            <a:r>
              <a:rPr dirty="0"/>
              <a:t> </a:t>
            </a:r>
            <a:r>
              <a:rPr dirty="0" err="1"/>
              <a:t>익스포트</a:t>
            </a:r>
            <a:r>
              <a:rPr dirty="0"/>
              <a:t> </a:t>
            </a:r>
            <a:r>
              <a:rPr dirty="0" err="1"/>
              <a:t>워커</a:t>
            </a:r>
            <a:r>
              <a:rPr dirty="0"/>
              <a:t>, </a:t>
            </a:r>
            <a:r>
              <a:rPr dirty="0" err="1"/>
              <a:t>어드민과</a:t>
            </a:r>
            <a:r>
              <a:rPr dirty="0"/>
              <a:t> </a:t>
            </a:r>
            <a:r>
              <a:rPr dirty="0" err="1"/>
              <a:t>버전</a:t>
            </a:r>
            <a:r>
              <a:rPr dirty="0"/>
              <a:t> </a:t>
            </a:r>
            <a:r>
              <a:rPr dirty="0" err="1"/>
              <a:t>관리</a:t>
            </a:r>
            <a:r>
              <a:rPr dirty="0"/>
              <a:t> </a:t>
            </a:r>
            <a:r>
              <a:rPr dirty="0" err="1"/>
              <a:t>UI를</a:t>
            </a:r>
            <a:r>
              <a:rPr dirty="0"/>
              <a:t> </a:t>
            </a:r>
            <a:r>
              <a:rPr dirty="0" err="1"/>
              <a:t>맡고</a:t>
            </a:r>
            <a:r>
              <a:rPr dirty="0"/>
              <a:t> </a:t>
            </a:r>
            <a:r>
              <a:rPr dirty="0" err="1"/>
              <a:t>있고</a:t>
            </a:r>
            <a:r>
              <a:rPr dirty="0"/>
              <a:t>, </a:t>
            </a:r>
            <a:r>
              <a:rPr dirty="0" err="1"/>
              <a:t>원본과</a:t>
            </a:r>
            <a:r>
              <a:rPr dirty="0"/>
              <a:t> </a:t>
            </a:r>
            <a:r>
              <a:rPr dirty="0" err="1"/>
              <a:t>렌더링</a:t>
            </a:r>
            <a:r>
              <a:rPr dirty="0"/>
              <a:t> </a:t>
            </a:r>
            <a:r>
              <a:rPr dirty="0" err="1"/>
              <a:t>결합</a:t>
            </a:r>
            <a:r>
              <a:rPr dirty="0"/>
              <a:t> </a:t>
            </a:r>
            <a:r>
              <a:rPr dirty="0" err="1"/>
              <a:t>특징</a:t>
            </a:r>
            <a:r>
              <a:rPr dirty="0"/>
              <a:t> </a:t>
            </a:r>
            <a:r>
              <a:rPr dirty="0" err="1"/>
              <a:t>추출과</a:t>
            </a:r>
            <a:r>
              <a:rPr dirty="0"/>
              <a:t> Depth Map </a:t>
            </a:r>
            <a:r>
              <a:rPr dirty="0" err="1"/>
              <a:t>검증</a:t>
            </a:r>
            <a:r>
              <a:rPr dirty="0"/>
              <a:t> </a:t>
            </a:r>
            <a:r>
              <a:rPr dirty="0" err="1"/>
              <a:t>기능을</a:t>
            </a:r>
            <a:r>
              <a:rPr dirty="0"/>
              <a:t> </a:t>
            </a:r>
            <a:r>
              <a:rPr dirty="0" err="1"/>
              <a:t>구현했습니다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백승우님은</a:t>
            </a:r>
            <a:r>
              <a:rPr dirty="0"/>
              <a:t> 3D </a:t>
            </a:r>
            <a:r>
              <a:rPr dirty="0" err="1"/>
              <a:t>웹뷰어와</a:t>
            </a:r>
            <a:r>
              <a:rPr dirty="0"/>
              <a:t> </a:t>
            </a:r>
            <a:r>
              <a:rPr dirty="0" err="1"/>
              <a:t>슬라이더</a:t>
            </a:r>
            <a:r>
              <a:rPr dirty="0"/>
              <a:t> </a:t>
            </a:r>
            <a:r>
              <a:rPr dirty="0" err="1"/>
              <a:t>편집기</a:t>
            </a:r>
            <a:r>
              <a:rPr dirty="0"/>
              <a:t> </a:t>
            </a:r>
            <a:r>
              <a:rPr dirty="0" err="1"/>
              <a:t>담당입니다</a:t>
            </a:r>
            <a:r>
              <a:rPr dirty="0"/>
              <a:t>. </a:t>
            </a:r>
            <a:r>
              <a:rPr dirty="0" err="1"/>
              <a:t>Three.js</a:t>
            </a:r>
            <a:r>
              <a:rPr dirty="0"/>
              <a:t> </a:t>
            </a:r>
            <a:r>
              <a:rPr dirty="0" err="1"/>
              <a:t>기반</a:t>
            </a:r>
            <a:r>
              <a:rPr dirty="0"/>
              <a:t> </a:t>
            </a:r>
            <a:r>
              <a:rPr dirty="0" err="1"/>
              <a:t>웹</a:t>
            </a:r>
            <a:r>
              <a:rPr dirty="0"/>
              <a:t> 3D </a:t>
            </a:r>
            <a:r>
              <a:rPr dirty="0" err="1"/>
              <a:t>뷰어</a:t>
            </a:r>
            <a:r>
              <a:rPr dirty="0"/>
              <a:t>, </a:t>
            </a:r>
            <a:r>
              <a:rPr dirty="0" err="1"/>
              <a:t>마스터</a:t>
            </a:r>
            <a:r>
              <a:rPr dirty="0"/>
              <a:t> </a:t>
            </a:r>
            <a:r>
              <a:rPr dirty="0" err="1"/>
              <a:t>템플릿</a:t>
            </a:r>
            <a:r>
              <a:rPr dirty="0"/>
              <a:t> </a:t>
            </a:r>
            <a:r>
              <a:rPr dirty="0" err="1"/>
              <a:t>모델</a:t>
            </a:r>
            <a:r>
              <a:rPr dirty="0"/>
              <a:t> </a:t>
            </a:r>
            <a:r>
              <a:rPr dirty="0" err="1"/>
              <a:t>로드</a:t>
            </a:r>
            <a:r>
              <a:rPr dirty="0"/>
              <a:t>, </a:t>
            </a:r>
            <a:r>
              <a:rPr dirty="0" err="1"/>
              <a:t>슬라이더와</a:t>
            </a:r>
            <a:r>
              <a:rPr dirty="0"/>
              <a:t> </a:t>
            </a:r>
            <a:r>
              <a:rPr dirty="0" err="1"/>
              <a:t>블렌드쉐입의</a:t>
            </a:r>
            <a:r>
              <a:rPr dirty="0"/>
              <a:t> </a:t>
            </a:r>
            <a:r>
              <a:rPr dirty="0" err="1"/>
              <a:t>실시간</a:t>
            </a:r>
            <a:r>
              <a:rPr dirty="0"/>
              <a:t> </a:t>
            </a:r>
            <a:r>
              <a:rPr dirty="0" err="1"/>
              <a:t>연동을</a:t>
            </a:r>
            <a:r>
              <a:rPr dirty="0"/>
              <a:t> </a:t>
            </a:r>
            <a:r>
              <a:rPr dirty="0" err="1"/>
              <a:t>맡았고</a:t>
            </a:r>
            <a:r>
              <a:rPr dirty="0"/>
              <a:t>, </a:t>
            </a:r>
            <a:r>
              <a:rPr dirty="0" err="1"/>
              <a:t>웹뷰어</a:t>
            </a:r>
            <a:r>
              <a:rPr dirty="0"/>
              <a:t> </a:t>
            </a:r>
            <a:r>
              <a:rPr dirty="0" err="1"/>
              <a:t>구축과</a:t>
            </a:r>
            <a:r>
              <a:rPr dirty="0"/>
              <a:t> </a:t>
            </a:r>
            <a:r>
              <a:rPr dirty="0" err="1"/>
              <a:t>이현지님</a:t>
            </a:r>
            <a:r>
              <a:rPr dirty="0"/>
              <a:t> </a:t>
            </a:r>
            <a:r>
              <a:rPr dirty="0" err="1"/>
              <a:t>마스터</a:t>
            </a:r>
            <a:r>
              <a:rPr dirty="0"/>
              <a:t> </a:t>
            </a:r>
            <a:r>
              <a:rPr dirty="0" err="1"/>
              <a:t>모델</a:t>
            </a:r>
            <a:r>
              <a:rPr dirty="0"/>
              <a:t> </a:t>
            </a:r>
            <a:r>
              <a:rPr dirty="0" err="1"/>
              <a:t>연동</a:t>
            </a:r>
            <a:r>
              <a:rPr dirty="0"/>
              <a:t>, </a:t>
            </a:r>
            <a:r>
              <a:rPr dirty="0" err="1"/>
              <a:t>슬라이더로</a:t>
            </a:r>
            <a:r>
              <a:rPr dirty="0"/>
              <a:t> </a:t>
            </a:r>
            <a:r>
              <a:rPr dirty="0" err="1"/>
              <a:t>얼굴</a:t>
            </a:r>
            <a:r>
              <a:rPr dirty="0"/>
              <a:t> </a:t>
            </a:r>
            <a:r>
              <a:rPr dirty="0" err="1"/>
              <a:t>실시간</a:t>
            </a:r>
            <a:r>
              <a:rPr dirty="0"/>
              <a:t> </a:t>
            </a:r>
            <a:r>
              <a:rPr dirty="0" err="1"/>
              <a:t>편집까지</a:t>
            </a:r>
            <a:r>
              <a:rPr dirty="0"/>
              <a:t> </a:t>
            </a:r>
            <a:r>
              <a:rPr dirty="0" err="1"/>
              <a:t>동작</a:t>
            </a:r>
            <a:r>
              <a:rPr dirty="0"/>
              <a:t> </a:t>
            </a:r>
            <a:r>
              <a:rPr dirty="0" err="1"/>
              <a:t>확인을</a:t>
            </a:r>
            <a:r>
              <a:rPr dirty="0"/>
              <a:t> </a:t>
            </a:r>
            <a:r>
              <a:rPr dirty="0" err="1"/>
              <a:t>마쳤습니다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장동윤님은</a:t>
            </a:r>
            <a:r>
              <a:rPr dirty="0"/>
              <a:t> </a:t>
            </a:r>
            <a:r>
              <a:rPr dirty="0" err="1"/>
              <a:t>백엔드와</a:t>
            </a:r>
            <a:r>
              <a:rPr dirty="0"/>
              <a:t> AWS </a:t>
            </a:r>
            <a:r>
              <a:rPr dirty="0" err="1"/>
              <a:t>인프라</a:t>
            </a:r>
            <a:r>
              <a:rPr dirty="0"/>
              <a:t> </a:t>
            </a:r>
            <a:r>
              <a:rPr dirty="0" err="1"/>
              <a:t>담당입니다</a:t>
            </a:r>
            <a:r>
              <a:rPr dirty="0"/>
              <a:t>. Spring Boot API, Redis/Kafka </a:t>
            </a:r>
            <a:r>
              <a:rPr dirty="0" err="1"/>
              <a:t>큐</a:t>
            </a:r>
            <a:r>
              <a:rPr dirty="0"/>
              <a:t>, </a:t>
            </a:r>
            <a:r>
              <a:rPr dirty="0" err="1"/>
              <a:t>MediaPipe</a:t>
            </a:r>
            <a:r>
              <a:rPr dirty="0"/>
              <a:t> </a:t>
            </a:r>
            <a:r>
              <a:rPr dirty="0" err="1"/>
              <a:t>워커</a:t>
            </a:r>
            <a:r>
              <a:rPr dirty="0"/>
              <a:t> </a:t>
            </a:r>
            <a:r>
              <a:rPr dirty="0" err="1"/>
              <a:t>연동</a:t>
            </a:r>
            <a:r>
              <a:rPr dirty="0"/>
              <a:t>, </a:t>
            </a:r>
            <a:r>
              <a:rPr dirty="0" err="1"/>
              <a:t>결제·어드민</a:t>
            </a:r>
            <a:r>
              <a:rPr dirty="0"/>
              <a:t>, AWS </a:t>
            </a:r>
            <a:r>
              <a:rPr dirty="0" err="1"/>
              <a:t>인프라를</a:t>
            </a:r>
            <a:r>
              <a:rPr dirty="0"/>
              <a:t> </a:t>
            </a:r>
            <a:r>
              <a:rPr dirty="0" err="1"/>
              <a:t>맡고</a:t>
            </a:r>
            <a:r>
              <a:rPr dirty="0"/>
              <a:t> </a:t>
            </a:r>
            <a:r>
              <a:rPr dirty="0" err="1"/>
              <a:t>있고</a:t>
            </a:r>
            <a:r>
              <a:rPr dirty="0"/>
              <a:t>, AWS </a:t>
            </a:r>
            <a:r>
              <a:rPr dirty="0" err="1"/>
              <a:t>인프라</a:t>
            </a:r>
            <a:r>
              <a:rPr dirty="0"/>
              <a:t> </a:t>
            </a:r>
            <a:r>
              <a:rPr dirty="0" err="1"/>
              <a:t>셋업</a:t>
            </a:r>
            <a:r>
              <a:rPr dirty="0"/>
              <a:t> </a:t>
            </a:r>
            <a:r>
              <a:rPr dirty="0" err="1"/>
              <a:t>완료</a:t>
            </a:r>
            <a:r>
              <a:rPr dirty="0"/>
              <a:t>, Spring Boot CRUD/</a:t>
            </a:r>
            <a:r>
              <a:rPr dirty="0" err="1"/>
              <a:t>인증</a:t>
            </a:r>
            <a:r>
              <a:rPr dirty="0"/>
              <a:t> API 1차 </a:t>
            </a:r>
            <a:r>
              <a:rPr dirty="0" err="1"/>
              <a:t>완성</a:t>
            </a:r>
            <a:r>
              <a:rPr dirty="0"/>
              <a:t>, </a:t>
            </a:r>
            <a:r>
              <a:rPr dirty="0" err="1"/>
              <a:t>큐</a:t>
            </a:r>
            <a:r>
              <a:rPr dirty="0"/>
              <a:t> </a:t>
            </a:r>
            <a:r>
              <a:rPr dirty="0" err="1"/>
              <a:t>기반</a:t>
            </a:r>
            <a:r>
              <a:rPr dirty="0"/>
              <a:t> </a:t>
            </a:r>
            <a:r>
              <a:rPr dirty="0" err="1"/>
              <a:t>워커</a:t>
            </a:r>
            <a:r>
              <a:rPr dirty="0"/>
              <a:t> </a:t>
            </a:r>
            <a:r>
              <a:rPr dirty="0" err="1"/>
              <a:t>연동</a:t>
            </a:r>
            <a:r>
              <a:rPr dirty="0"/>
              <a:t> </a:t>
            </a:r>
            <a:r>
              <a:rPr dirty="0" err="1"/>
              <a:t>PoC를</a:t>
            </a:r>
            <a:r>
              <a:rPr dirty="0"/>
              <a:t> </a:t>
            </a:r>
            <a:r>
              <a:rPr dirty="0" err="1"/>
              <a:t>진행했습니다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협업</a:t>
            </a:r>
            <a:r>
              <a:rPr dirty="0"/>
              <a:t> </a:t>
            </a:r>
            <a:r>
              <a:rPr dirty="0" err="1"/>
              <a:t>흐름을</a:t>
            </a:r>
            <a:r>
              <a:rPr dirty="0"/>
              <a:t> </a:t>
            </a:r>
            <a:r>
              <a:rPr dirty="0" err="1"/>
              <a:t>한</a:t>
            </a:r>
            <a:r>
              <a:rPr dirty="0"/>
              <a:t> </a:t>
            </a:r>
            <a:r>
              <a:rPr dirty="0" err="1"/>
              <a:t>줄로</a:t>
            </a:r>
            <a:r>
              <a:rPr dirty="0"/>
              <a:t> </a:t>
            </a:r>
            <a:r>
              <a:rPr dirty="0" err="1"/>
              <a:t>요약하면</a:t>
            </a:r>
            <a:r>
              <a:rPr dirty="0"/>
              <a:t> — </a:t>
            </a:r>
            <a:r>
              <a:rPr dirty="0" err="1"/>
              <a:t>이현지의</a:t>
            </a:r>
            <a:r>
              <a:rPr dirty="0"/>
              <a:t> </a:t>
            </a:r>
            <a:r>
              <a:rPr dirty="0" err="1"/>
              <a:t>템플릿</a:t>
            </a:r>
            <a:r>
              <a:rPr dirty="0"/>
              <a:t> </a:t>
            </a:r>
            <a:r>
              <a:rPr dirty="0" err="1"/>
              <a:t>모델이</a:t>
            </a:r>
            <a:r>
              <a:rPr dirty="0"/>
              <a:t> </a:t>
            </a:r>
            <a:r>
              <a:rPr dirty="0" err="1"/>
              <a:t>백승우의</a:t>
            </a:r>
            <a:r>
              <a:rPr dirty="0"/>
              <a:t> </a:t>
            </a:r>
            <a:r>
              <a:rPr dirty="0" err="1"/>
              <a:t>웹뷰어</a:t>
            </a:r>
            <a:r>
              <a:rPr dirty="0"/>
              <a:t> </a:t>
            </a:r>
            <a:r>
              <a:rPr dirty="0" err="1"/>
              <a:t>슬라이더로</a:t>
            </a:r>
            <a:r>
              <a:rPr dirty="0"/>
              <a:t> </a:t>
            </a:r>
            <a:r>
              <a:rPr dirty="0" err="1"/>
              <a:t>연결되고</a:t>
            </a:r>
            <a:r>
              <a:rPr dirty="0"/>
              <a:t>, </a:t>
            </a:r>
            <a:r>
              <a:rPr dirty="0" err="1"/>
              <a:t>조수빈의</a:t>
            </a:r>
            <a:r>
              <a:rPr dirty="0"/>
              <a:t> </a:t>
            </a:r>
            <a:r>
              <a:rPr dirty="0" err="1"/>
              <a:t>특징</a:t>
            </a:r>
            <a:r>
              <a:rPr dirty="0"/>
              <a:t> </a:t>
            </a:r>
            <a:r>
              <a:rPr dirty="0" err="1"/>
              <a:t>추출이</a:t>
            </a:r>
            <a:r>
              <a:rPr dirty="0"/>
              <a:t> </a:t>
            </a:r>
            <a:r>
              <a:rPr dirty="0" err="1"/>
              <a:t>최윤수의</a:t>
            </a:r>
            <a:r>
              <a:rPr dirty="0"/>
              <a:t> </a:t>
            </a:r>
            <a:r>
              <a:rPr dirty="0" err="1"/>
              <a:t>검증과</a:t>
            </a:r>
            <a:r>
              <a:rPr dirty="0"/>
              <a:t> VRM </a:t>
            </a:r>
            <a:r>
              <a:rPr dirty="0" err="1"/>
              <a:t>출력으로</a:t>
            </a:r>
            <a:r>
              <a:rPr dirty="0"/>
              <a:t> </a:t>
            </a:r>
            <a:r>
              <a:rPr dirty="0" err="1"/>
              <a:t>이어지며</a:t>
            </a:r>
            <a:r>
              <a:rPr dirty="0"/>
              <a:t>, </a:t>
            </a:r>
            <a:r>
              <a:rPr dirty="0" err="1"/>
              <a:t>장동윤의</a:t>
            </a:r>
            <a:r>
              <a:rPr dirty="0"/>
              <a:t> </a:t>
            </a:r>
            <a:r>
              <a:rPr dirty="0" err="1"/>
              <a:t>API와</a:t>
            </a:r>
            <a:r>
              <a:rPr dirty="0"/>
              <a:t> </a:t>
            </a:r>
            <a:r>
              <a:rPr dirty="0" err="1"/>
              <a:t>인프라가</a:t>
            </a:r>
            <a:r>
              <a:rPr dirty="0"/>
              <a:t> </a:t>
            </a:r>
            <a:r>
              <a:rPr dirty="0" err="1"/>
              <a:t>이</a:t>
            </a:r>
            <a:r>
              <a:rPr dirty="0"/>
              <a:t> </a:t>
            </a:r>
            <a:r>
              <a:rPr dirty="0" err="1"/>
              <a:t>모든</a:t>
            </a:r>
            <a:r>
              <a:rPr dirty="0"/>
              <a:t> </a:t>
            </a:r>
            <a:r>
              <a:rPr dirty="0" err="1"/>
              <a:t>흐름을</a:t>
            </a:r>
            <a:r>
              <a:rPr dirty="0"/>
              <a:t> </a:t>
            </a:r>
            <a:r>
              <a:rPr dirty="0" err="1"/>
              <a:t>연결하는</a:t>
            </a:r>
            <a:r>
              <a:rPr dirty="0"/>
              <a:t> </a:t>
            </a:r>
            <a:r>
              <a:rPr dirty="0" err="1"/>
              <a:t>구조입니다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남은</a:t>
            </a:r>
            <a:r>
              <a:rPr dirty="0"/>
              <a:t> </a:t>
            </a:r>
            <a:r>
              <a:rPr dirty="0" err="1"/>
              <a:t>일정은</a:t>
            </a:r>
            <a:r>
              <a:rPr dirty="0"/>
              <a:t> </a:t>
            </a:r>
            <a:r>
              <a:rPr dirty="0" err="1"/>
              <a:t>약</a:t>
            </a:r>
            <a:r>
              <a:rPr dirty="0"/>
              <a:t> 6주, </a:t>
            </a:r>
            <a:r>
              <a:rPr dirty="0" err="1"/>
              <a:t>두</a:t>
            </a:r>
            <a:r>
              <a:rPr dirty="0"/>
              <a:t> </a:t>
            </a:r>
            <a:r>
              <a:rPr dirty="0" err="1"/>
              <a:t>단계로</a:t>
            </a:r>
            <a:r>
              <a:rPr dirty="0"/>
              <a:t> </a:t>
            </a:r>
            <a:r>
              <a:rPr dirty="0" err="1"/>
              <a:t>나뉩니다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Phase 1-2는 4주 </a:t>
            </a:r>
            <a:r>
              <a:rPr dirty="0" err="1"/>
              <a:t>동안</a:t>
            </a:r>
            <a:r>
              <a:rPr dirty="0"/>
              <a:t> </a:t>
            </a:r>
            <a:r>
              <a:rPr dirty="0" err="1"/>
              <a:t>서비스</a:t>
            </a:r>
            <a:r>
              <a:rPr dirty="0"/>
              <a:t> </a:t>
            </a:r>
            <a:r>
              <a:rPr dirty="0" err="1"/>
              <a:t>완성에</a:t>
            </a:r>
            <a:r>
              <a:rPr dirty="0"/>
              <a:t> </a:t>
            </a:r>
            <a:r>
              <a:rPr dirty="0" err="1"/>
              <a:t>집중합니다</a:t>
            </a:r>
            <a:r>
              <a:rPr dirty="0"/>
              <a:t>. </a:t>
            </a:r>
            <a:r>
              <a:rPr dirty="0" err="1"/>
              <a:t>이미지</a:t>
            </a:r>
            <a:r>
              <a:rPr dirty="0"/>
              <a:t> </a:t>
            </a:r>
            <a:r>
              <a:rPr dirty="0" err="1"/>
              <a:t>업로드</a:t>
            </a:r>
            <a:r>
              <a:rPr dirty="0"/>
              <a:t>, VARCO 3D, </a:t>
            </a:r>
            <a:r>
              <a:rPr dirty="0" err="1"/>
              <a:t>마스터</a:t>
            </a:r>
            <a:r>
              <a:rPr dirty="0"/>
              <a:t> </a:t>
            </a:r>
            <a:r>
              <a:rPr dirty="0" err="1"/>
              <a:t>템플릿</a:t>
            </a:r>
            <a:r>
              <a:rPr dirty="0"/>
              <a:t> </a:t>
            </a:r>
            <a:r>
              <a:rPr dirty="0" err="1"/>
              <a:t>적용까지</a:t>
            </a:r>
            <a:r>
              <a:rPr dirty="0"/>
              <a:t> </a:t>
            </a:r>
            <a:r>
              <a:rPr dirty="0" err="1"/>
              <a:t>파이프라인을</a:t>
            </a:r>
            <a:r>
              <a:rPr dirty="0"/>
              <a:t> </a:t>
            </a:r>
            <a:r>
              <a:rPr dirty="0" err="1"/>
              <a:t>끝까지</a:t>
            </a:r>
            <a:r>
              <a:rPr dirty="0"/>
              <a:t> </a:t>
            </a:r>
            <a:r>
              <a:rPr dirty="0" err="1"/>
              <a:t>잇고</a:t>
            </a:r>
            <a:r>
              <a:rPr dirty="0"/>
              <a:t>, OAuth </a:t>
            </a:r>
            <a:r>
              <a:rPr dirty="0" err="1"/>
              <a:t>인증</a:t>
            </a:r>
            <a:r>
              <a:rPr dirty="0"/>
              <a:t>, </a:t>
            </a:r>
            <a:r>
              <a:rPr dirty="0" err="1"/>
              <a:t>유사도</a:t>
            </a:r>
            <a:r>
              <a:rPr dirty="0"/>
              <a:t> </a:t>
            </a:r>
            <a:r>
              <a:rPr dirty="0" err="1"/>
              <a:t>검증</a:t>
            </a:r>
            <a:r>
              <a:rPr dirty="0"/>
              <a:t> </a:t>
            </a:r>
            <a:r>
              <a:rPr dirty="0" err="1"/>
              <a:t>게이트</a:t>
            </a:r>
            <a:r>
              <a:rPr dirty="0"/>
              <a:t>, NSFW </a:t>
            </a:r>
            <a:r>
              <a:rPr dirty="0" err="1"/>
              <a:t>및</a:t>
            </a:r>
            <a:r>
              <a:rPr dirty="0"/>
              <a:t> </a:t>
            </a:r>
            <a:r>
              <a:rPr dirty="0" err="1"/>
              <a:t>실존</a:t>
            </a:r>
            <a:r>
              <a:rPr dirty="0"/>
              <a:t> </a:t>
            </a:r>
            <a:r>
              <a:rPr dirty="0" err="1"/>
              <a:t>인물</a:t>
            </a:r>
            <a:r>
              <a:rPr dirty="0"/>
              <a:t> </a:t>
            </a:r>
            <a:r>
              <a:rPr dirty="0" err="1"/>
              <a:t>필터를</a:t>
            </a:r>
            <a:r>
              <a:rPr dirty="0"/>
              <a:t> </a:t>
            </a:r>
            <a:r>
              <a:rPr dirty="0" err="1"/>
              <a:t>구현해서</a:t>
            </a:r>
            <a:r>
              <a:rPr dirty="0"/>
              <a:t> </a:t>
            </a:r>
            <a:r>
              <a:rPr dirty="0" err="1"/>
              <a:t>서비스로서의</a:t>
            </a:r>
            <a:r>
              <a:rPr dirty="0"/>
              <a:t> </a:t>
            </a:r>
            <a:r>
              <a:rPr dirty="0" err="1"/>
              <a:t>안전장치를</a:t>
            </a:r>
            <a:r>
              <a:rPr dirty="0"/>
              <a:t> </a:t>
            </a:r>
            <a:r>
              <a:rPr dirty="0" err="1"/>
              <a:t>모두</a:t>
            </a:r>
            <a:r>
              <a:rPr dirty="0"/>
              <a:t> </a:t>
            </a:r>
            <a:r>
              <a:rPr dirty="0" err="1"/>
              <a:t>갖춥니다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Phase 1-3는 2주 </a:t>
            </a:r>
            <a:r>
              <a:rPr dirty="0" err="1"/>
              <a:t>동안</a:t>
            </a:r>
            <a:r>
              <a:rPr dirty="0"/>
              <a:t> </a:t>
            </a:r>
            <a:r>
              <a:rPr dirty="0" err="1"/>
              <a:t>QA와</a:t>
            </a:r>
            <a:r>
              <a:rPr dirty="0"/>
              <a:t> </a:t>
            </a:r>
            <a:r>
              <a:rPr dirty="0" err="1"/>
              <a:t>런칭</a:t>
            </a:r>
            <a:r>
              <a:rPr dirty="0"/>
              <a:t> </a:t>
            </a:r>
            <a:r>
              <a:rPr dirty="0" err="1"/>
              <a:t>준비입니다</a:t>
            </a:r>
            <a:r>
              <a:rPr dirty="0"/>
              <a:t>. </a:t>
            </a:r>
            <a:r>
              <a:rPr dirty="0" err="1"/>
              <a:t>통합</a:t>
            </a:r>
            <a:r>
              <a:rPr dirty="0"/>
              <a:t> </a:t>
            </a:r>
            <a:r>
              <a:rPr dirty="0" err="1"/>
              <a:t>테스트</a:t>
            </a:r>
            <a:r>
              <a:rPr dirty="0"/>
              <a:t>, </a:t>
            </a:r>
            <a:r>
              <a:rPr dirty="0" err="1"/>
              <a:t>VTuber</a:t>
            </a:r>
            <a:r>
              <a:rPr dirty="0"/>
              <a:t> 50명 </a:t>
            </a:r>
            <a:r>
              <a:rPr dirty="0" err="1"/>
              <a:t>규모</a:t>
            </a:r>
            <a:r>
              <a:rPr dirty="0"/>
              <a:t> </a:t>
            </a:r>
            <a:r>
              <a:rPr dirty="0" err="1"/>
              <a:t>베타</a:t>
            </a:r>
            <a:r>
              <a:rPr dirty="0"/>
              <a:t>, </a:t>
            </a:r>
            <a:r>
              <a:rPr dirty="0" err="1"/>
              <a:t>성능</a:t>
            </a:r>
            <a:r>
              <a:rPr dirty="0"/>
              <a:t> </a:t>
            </a:r>
            <a:r>
              <a:rPr dirty="0" err="1"/>
              <a:t>최적화</a:t>
            </a:r>
            <a:r>
              <a:rPr dirty="0"/>
              <a:t>(</a:t>
            </a:r>
            <a:r>
              <a:rPr dirty="0" err="1"/>
              <a:t>LOD와</a:t>
            </a:r>
            <a:r>
              <a:rPr dirty="0"/>
              <a:t> KTX2 </a:t>
            </a:r>
            <a:r>
              <a:rPr dirty="0" err="1"/>
              <a:t>텍스처</a:t>
            </a:r>
            <a:r>
              <a:rPr dirty="0"/>
              <a:t> </a:t>
            </a:r>
            <a:r>
              <a:rPr dirty="0" err="1"/>
              <a:t>압축</a:t>
            </a:r>
            <a:r>
              <a:rPr dirty="0"/>
              <a:t>), </a:t>
            </a:r>
            <a:r>
              <a:rPr dirty="0" err="1"/>
              <a:t>부하</a:t>
            </a:r>
            <a:r>
              <a:rPr dirty="0"/>
              <a:t> </a:t>
            </a:r>
            <a:r>
              <a:rPr dirty="0" err="1"/>
              <a:t>테스트를</a:t>
            </a:r>
            <a:r>
              <a:rPr dirty="0"/>
              <a:t> </a:t>
            </a:r>
            <a:r>
              <a:rPr dirty="0" err="1"/>
              <a:t>진행합니다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3개월 </a:t>
            </a:r>
            <a:r>
              <a:rPr dirty="0" err="1"/>
              <a:t>평가</a:t>
            </a:r>
            <a:r>
              <a:rPr dirty="0"/>
              <a:t> </a:t>
            </a:r>
            <a:r>
              <a:rPr dirty="0" err="1"/>
              <a:t>지표</a:t>
            </a:r>
            <a:r>
              <a:rPr dirty="0"/>
              <a:t> </a:t>
            </a:r>
            <a:r>
              <a:rPr dirty="0" err="1"/>
              <a:t>목표는</a:t>
            </a:r>
            <a:r>
              <a:rPr dirty="0"/>
              <a:t> </a:t>
            </a:r>
            <a:r>
              <a:rPr dirty="0" err="1"/>
              <a:t>가입</a:t>
            </a:r>
            <a:r>
              <a:rPr dirty="0"/>
              <a:t> </a:t>
            </a:r>
            <a:r>
              <a:rPr dirty="0" err="1"/>
              <a:t>사용자</a:t>
            </a:r>
            <a:r>
              <a:rPr dirty="0"/>
              <a:t> 3,000명, </a:t>
            </a:r>
            <a:r>
              <a:rPr dirty="0" err="1"/>
              <a:t>아바타</a:t>
            </a:r>
            <a:r>
              <a:rPr dirty="0"/>
              <a:t> </a:t>
            </a:r>
            <a:r>
              <a:rPr dirty="0" err="1"/>
              <a:t>생성</a:t>
            </a:r>
            <a:r>
              <a:rPr dirty="0"/>
              <a:t> </a:t>
            </a:r>
            <a:r>
              <a:rPr dirty="0" err="1"/>
              <a:t>완료율</a:t>
            </a:r>
            <a:r>
              <a:rPr dirty="0"/>
              <a:t> 60% </a:t>
            </a:r>
            <a:r>
              <a:rPr dirty="0" err="1"/>
              <a:t>이상</a:t>
            </a:r>
            <a:r>
              <a:rPr dirty="0"/>
              <a:t>, </a:t>
            </a:r>
            <a:r>
              <a:rPr dirty="0" err="1"/>
              <a:t>무료</a:t>
            </a:r>
            <a:r>
              <a:rPr dirty="0"/>
              <a:t> </a:t>
            </a:r>
            <a:r>
              <a:rPr dirty="0" err="1"/>
              <a:t>샘플에서</a:t>
            </a:r>
            <a:r>
              <a:rPr dirty="0"/>
              <a:t> </a:t>
            </a:r>
            <a:r>
              <a:rPr dirty="0" err="1"/>
              <a:t>결제</a:t>
            </a:r>
            <a:r>
              <a:rPr dirty="0"/>
              <a:t> </a:t>
            </a:r>
            <a:r>
              <a:rPr dirty="0" err="1"/>
              <a:t>전환율</a:t>
            </a:r>
            <a:r>
              <a:rPr dirty="0"/>
              <a:t> 8% </a:t>
            </a:r>
            <a:r>
              <a:rPr dirty="0" err="1"/>
              <a:t>이상</a:t>
            </a:r>
            <a:r>
              <a:rPr dirty="0"/>
              <a:t>, </a:t>
            </a:r>
            <a:r>
              <a:rPr dirty="0" err="1"/>
              <a:t>슬라이더</a:t>
            </a:r>
            <a:r>
              <a:rPr dirty="0"/>
              <a:t> </a:t>
            </a:r>
            <a:r>
              <a:rPr dirty="0" err="1"/>
              <a:t>편집</a:t>
            </a:r>
            <a:r>
              <a:rPr dirty="0"/>
              <a:t> </a:t>
            </a:r>
            <a:r>
              <a:rPr dirty="0" err="1"/>
              <a:t>반응</a:t>
            </a:r>
            <a:r>
              <a:rPr dirty="0"/>
              <a:t> 1초 </a:t>
            </a:r>
            <a:r>
              <a:rPr dirty="0" err="1"/>
              <a:t>미만</a:t>
            </a:r>
            <a:r>
              <a:rPr dirty="0"/>
              <a:t> P95, VRM </a:t>
            </a:r>
            <a:r>
              <a:rPr dirty="0" err="1"/>
              <a:t>호환률</a:t>
            </a:r>
            <a:r>
              <a:rPr dirty="0"/>
              <a:t> 99% </a:t>
            </a:r>
            <a:r>
              <a:rPr dirty="0" err="1"/>
              <a:t>이상입니다</a:t>
            </a:r>
            <a:r>
              <a:rPr dirty="0"/>
              <a:t>. </a:t>
            </a:r>
            <a:r>
              <a:rPr dirty="0" err="1"/>
              <a:t>이</a:t>
            </a:r>
            <a:r>
              <a:rPr dirty="0"/>
              <a:t> </a:t>
            </a:r>
            <a:r>
              <a:rPr dirty="0" err="1"/>
              <a:t>지표들이</a:t>
            </a:r>
            <a:r>
              <a:rPr dirty="0"/>
              <a:t> SaaS </a:t>
            </a:r>
            <a:r>
              <a:rPr dirty="0" err="1"/>
              <a:t>크리에이터</a:t>
            </a:r>
            <a:r>
              <a:rPr dirty="0"/>
              <a:t> </a:t>
            </a:r>
            <a:r>
              <a:rPr dirty="0" err="1"/>
              <a:t>도구</a:t>
            </a:r>
            <a:r>
              <a:rPr dirty="0"/>
              <a:t> </a:t>
            </a:r>
            <a:r>
              <a:rPr dirty="0" err="1"/>
              <a:t>평균치에</a:t>
            </a:r>
            <a:r>
              <a:rPr dirty="0"/>
              <a:t> </a:t>
            </a:r>
            <a:r>
              <a:rPr dirty="0" err="1"/>
              <a:t>부합하는지를</a:t>
            </a:r>
            <a:r>
              <a:rPr dirty="0"/>
              <a:t> </a:t>
            </a:r>
            <a:r>
              <a:rPr dirty="0" err="1"/>
              <a:t>베타</a:t>
            </a:r>
            <a:r>
              <a:rPr dirty="0"/>
              <a:t> </a:t>
            </a:r>
            <a:r>
              <a:rPr dirty="0" err="1"/>
              <a:t>결과로</a:t>
            </a:r>
            <a:r>
              <a:rPr dirty="0"/>
              <a:t> </a:t>
            </a:r>
            <a:r>
              <a:rPr dirty="0" err="1"/>
              <a:t>검증할</a:t>
            </a:r>
            <a:r>
              <a:rPr dirty="0"/>
              <a:t> </a:t>
            </a:r>
            <a:r>
              <a:rPr dirty="0" err="1"/>
              <a:t>예정입니다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이상으로</a:t>
            </a:r>
            <a:r>
              <a:rPr dirty="0"/>
              <a:t> </a:t>
            </a:r>
            <a:r>
              <a:rPr dirty="0" err="1"/>
              <a:t>발표</a:t>
            </a:r>
            <a:r>
              <a:rPr dirty="0"/>
              <a:t> </a:t>
            </a:r>
            <a:r>
              <a:rPr dirty="0" err="1"/>
              <a:t>마치겠습니다</a:t>
            </a:r>
            <a:r>
              <a:rPr dirty="0"/>
              <a:t>. </a:t>
            </a:r>
            <a:r>
              <a:rPr dirty="0" err="1"/>
              <a:t>감사합니다</a:t>
            </a:r>
            <a:r>
              <a:rPr dirty="0"/>
              <a:t>. </a:t>
            </a:r>
            <a:r>
              <a:rPr dirty="0" err="1"/>
              <a:t>질문</a:t>
            </a:r>
            <a:r>
              <a:rPr dirty="0"/>
              <a:t> </a:t>
            </a:r>
            <a:r>
              <a:rPr dirty="0" err="1"/>
              <a:t>받겠습니다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79224" y="0"/>
            <a:ext cx="109728" cy="6858000"/>
          </a:xfrm>
          <a:prstGeom prst="rect">
            <a:avLst/>
          </a:prstGeom>
          <a:solidFill>
            <a:srgbClr val="8B7FB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156891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MID-TERM PRESENTATION  ·  2026.04.29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2026118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6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UNFLATTEN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731520" y="339771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5C5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사진 한 장으로 30초 만에 만드는 나만의 3D VTuber 아바타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399207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이미지→3D 변환  ·  표준 VTuber 템플릿 슬라이더 편집  ·  VRM 익스포트 SaaS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4677878"/>
            <a:ext cx="1371600" cy="36576"/>
          </a:xfrm>
          <a:prstGeom prst="rect">
            <a:avLst/>
          </a:prstGeom>
          <a:solidFill>
            <a:srgbClr val="8B7FB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31520" y="4952198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TEAM
</a:t>
            </a: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이현지  ·  조수빈  ·  최윤수  ·  백승우  ·  장동윤</a:t>
            </a:r>
            <a:endParaRPr lang="en-US" sz="1000" dirty="0"/>
          </a:p>
          <a:p>
            <a:pPr marL="0" indent="0">
              <a:buNone/>
            </a:pPr>
            <a:r>
              <a:rPr lang="en-US" sz="1050" dirty="0">
                <a:solidFill>
                  <a:srgbClr val="C5C5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3D 마스터 템플릿  ·  특징 추출/파이프라인  ·  렌더링 검증/Unity VRM  ·  3D 웹뷰어/슬라이더  ·  백엔드/AWS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6049478"/>
            <a:ext cx="10698480" cy="36576"/>
          </a:xfrm>
          <a:prstGeom prst="rect">
            <a:avLst/>
          </a:prstGeom>
          <a:solidFill>
            <a:srgbClr val="3A3F5C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7FB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11338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 ·  PROJECT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소개 — 우리는 무엇을 만드는가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914400" cy="27432"/>
          </a:xfrm>
          <a:prstGeom prst="rect">
            <a:avLst/>
          </a:prstGeom>
          <a:solidFill>
            <a:srgbClr val="8B7FB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/ 09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Virtual Avatar  ·  중간 발표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691640"/>
            <a:ext cx="11338560" cy="868680"/>
          </a:xfrm>
          <a:prstGeom prst="rect">
            <a:avLst/>
          </a:prstGeom>
          <a:solidFill>
            <a:srgbClr val="D8D3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77240" y="178308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줄 정의   </a:t>
            </a:r>
            <a:r>
              <a:rPr lang="en-US" sz="14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사진을 3D로 변환하고, 표준 VTuber 템플릿 슬라이더로 편집해 VRM 파일로 즉시 활동할 수 있는 웹 SaaS 플랫폼.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834640"/>
            <a:ext cx="5440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731520" y="3108960"/>
            <a:ext cx="146304" cy="146304"/>
          </a:xfrm>
          <a:prstGeom prst="rect">
            <a:avLst/>
          </a:prstGeom>
          <a:solidFill>
            <a:srgbClr val="8B7FB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005840" y="301752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접근성 혁신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342900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사진 1장 → 30초 안에 3D VTuber 아바타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전문 지식 불필요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2834640"/>
            <a:ext cx="5440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6355080" y="3108960"/>
            <a:ext cx="146304" cy="146304"/>
          </a:xfrm>
          <a:prstGeom prst="rect">
            <a:avLst/>
          </a:prstGeom>
          <a:solidFill>
            <a:srgbClr val="8B7FB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629400" y="301752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편집 자유도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29400" y="342900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60+ 블렌드셰이프 슬라이더로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표정·체형·의상 미세 조정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4434840"/>
            <a:ext cx="5440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731520" y="4709160"/>
            <a:ext cx="146304" cy="146304"/>
          </a:xfrm>
          <a:prstGeom prst="rect">
            <a:avLst/>
          </a:prstGeom>
          <a:solidFill>
            <a:srgbClr val="8B7FB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005840" y="461772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저작권 보장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05840" y="502920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 아바타의 완전한 저작권을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사용자가 소유 (VRM 익스포트)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26480" y="4434840"/>
            <a:ext cx="5440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6355080" y="4709160"/>
            <a:ext cx="146304" cy="146304"/>
          </a:xfrm>
          <a:prstGeom prst="rect">
            <a:avLst/>
          </a:prstGeom>
          <a:solidFill>
            <a:srgbClr val="8B7FB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629400" y="461772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플랫폼 호환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629400" y="502920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Unity + UniVRM 기반 →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OBS · VSeeFace 등 즉시 연동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" y="598932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VISION   </a:t>
            </a:r>
            <a:r>
              <a:rPr lang="en-US" sz="12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수백만 원·수개월이 걸리던 VTuber 아바타 제작을, AI와 표준 템플릿으로 15분·2.5만 원에 가능하게 한다.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7FB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11338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 ·  WHY &amp; WHAT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배경 &amp; MVP 범위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914400" cy="27432"/>
          </a:xfrm>
          <a:prstGeom prst="rect">
            <a:avLst/>
          </a:prstGeom>
          <a:solidFill>
            <a:srgbClr val="8B7FB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/ 09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Virtual Avatar  ·  중간 발표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WHY  ·  Pain Point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249424"/>
            <a:ext cx="91440" cy="91440"/>
          </a:xfrm>
          <a:prstGeom prst="rect">
            <a:avLst/>
          </a:prstGeom>
          <a:solidFill>
            <a:srgbClr val="8B7FB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49808" y="2103120"/>
            <a:ext cx="5440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 VTuber 활동 인구 약 5만 명,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글로벌</a:t>
            </a:r>
            <a:r>
              <a:rPr lang="en-US" sz="12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가상 인플루언서 시장 폭발적 성장 (CAGR ~57%, $18B→$270B)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3163824"/>
            <a:ext cx="91440" cy="91440"/>
          </a:xfrm>
          <a:prstGeom prst="rect">
            <a:avLst/>
          </a:prstGeom>
          <a:solidFill>
            <a:srgbClr val="8B7FB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49808" y="3017520"/>
            <a:ext cx="5440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오리지널 아바타 의뢰 비용 80~200만 </a:t>
            </a:r>
            <a:r>
              <a:rPr lang="en-US" sz="1200" dirty="0" err="1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</a:t>
            </a:r>
            <a:r>
              <a:rPr lang="en-US" sz="12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대기</a:t>
            </a:r>
            <a:r>
              <a:rPr lang="en-US" sz="12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2~3개월 — 진입 장벽이 시장 성장을 못 따라감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4078224"/>
            <a:ext cx="91440" cy="91440"/>
          </a:xfrm>
          <a:prstGeom prst="rect">
            <a:avLst/>
          </a:prstGeom>
          <a:solidFill>
            <a:srgbClr val="8B7FB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49808" y="3931920"/>
            <a:ext cx="5440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기성 AI 3D 도구(Meshy/Tripo 등)는 생성만 가능,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VTuber용</a:t>
            </a:r>
            <a:r>
              <a:rPr lang="en-US" sz="12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편집·VRM 출력 부재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63640" y="1691640"/>
            <a:ext cx="18288" cy="4297680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492240" y="1691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WHAT  ·  MVP 정의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92240" y="2103120"/>
            <a:ext cx="5349240" cy="868680"/>
          </a:xfrm>
          <a:prstGeom prst="rect">
            <a:avLst/>
          </a:prstGeom>
          <a:solidFill>
            <a:srgbClr val="1B1F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675120" y="214884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"사진 → 3D 생성 → 슬라이더 편집 →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버전 관리 → 유사도 검증 → VRM 익스포트"가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끊김 없이 동작하는 것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92240" y="3108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Must-Have (MVP 포함)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92240" y="3383280"/>
            <a:ext cx="5349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20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 업로드  ·  VARCO 3D 생성  ·  </a:t>
            </a:r>
          </a:p>
          <a:p>
            <a:pPr>
              <a:lnSpc>
                <a:spcPct val="200000"/>
              </a:lnSpc>
            </a:pPr>
            <a:r>
              <a:rPr lang="en-US" sz="1100" dirty="0" err="1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슬라이더</a:t>
            </a:r>
            <a:r>
              <a:rPr lang="en-US" sz="11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편집(20~30종)  ·  VRM 익스포트+자동 리깅  ·  버전 5개  ·</a:t>
            </a:r>
          </a:p>
          <a:p>
            <a:pPr>
              <a:lnSpc>
                <a:spcPct val="200000"/>
              </a:lnSpc>
            </a:pPr>
            <a:r>
              <a:rPr lang="en-US" sz="11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100" dirty="0" err="1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유사도</a:t>
            </a:r>
            <a:r>
              <a:rPr lang="en-US" altLang="ko-KR" sz="11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100" dirty="0" err="1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</a:t>
            </a:r>
            <a:r>
              <a:rPr lang="en-US" altLang="ko-KR" sz="11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</a:t>
            </a:r>
            <a:r>
              <a:rPr lang="en-US" altLang="ko-KR" sz="1100" dirty="0" err="1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코사인</a:t>
            </a:r>
            <a:r>
              <a:rPr lang="en-US" altLang="ko-KR" sz="11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85%)  ·  </a:t>
            </a:r>
            <a:r>
              <a:rPr lang="en-US" sz="11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OAuth  ·  결제(건당)  ·  NSFW·실존인물 필터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92240" y="4983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2 이후 (의도적 제외)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92240" y="5257800"/>
            <a:ext cx="5349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자연어 편집  ·  텍스처/의상 편집  ·  FBX/GLB  ·  라이브 스트리밍 즉시 연동  · 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마켓플레이스  ·  모바일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7FB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11338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 ·  SYSTEM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구조 — 9단계 파이프라인 &amp; 백엔드 인프라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914400" cy="27432"/>
          </a:xfrm>
          <a:prstGeom prst="rect">
            <a:avLst/>
          </a:prstGeom>
          <a:solidFill>
            <a:srgbClr val="8B7FB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/ 09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Virtual Avatar  ·  중간 발표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72872" y="1691640"/>
            <a:ext cx="2340864" cy="256032"/>
          </a:xfrm>
          <a:prstGeom prst="rect">
            <a:avLst/>
          </a:prstGeom>
          <a:solidFill>
            <a:srgbClr val="D8D3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72872" y="1691640"/>
            <a:ext cx="2340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INPUT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060040" y="1691640"/>
            <a:ext cx="4828032" cy="256032"/>
          </a:xfrm>
          <a:prstGeom prst="rect">
            <a:avLst/>
          </a:prstGeom>
          <a:solidFill>
            <a:srgbClr val="D8D3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060040" y="1691640"/>
            <a:ext cx="4828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ANALYZE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034376" y="1691640"/>
            <a:ext cx="2340864" cy="256032"/>
          </a:xfrm>
          <a:prstGeom prst="rect">
            <a:avLst/>
          </a:prstGeom>
          <a:solidFill>
            <a:srgbClr val="D8D3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034376" y="1691640"/>
            <a:ext cx="2340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VALIDATE &amp; EDIT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0521544" y="1691640"/>
            <a:ext cx="1097280" cy="256032"/>
          </a:xfrm>
          <a:prstGeom prst="rect">
            <a:avLst/>
          </a:prstGeom>
          <a:solidFill>
            <a:srgbClr val="D8D3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0521544" y="16916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OUTPUT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72872" y="2011680"/>
            <a:ext cx="10972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82600" y="2121408"/>
            <a:ext cx="384048" cy="384048"/>
          </a:xfrm>
          <a:prstGeom prst="ellipse">
            <a:avLst/>
          </a:prstGeom>
          <a:solidFill>
            <a:srgbClr val="D8D3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82600" y="21214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7736" y="2560320"/>
            <a:ext cx="9875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 err="1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</a:t>
            </a:r>
            <a:r>
              <a:rPr lang="en-US" sz="1050" b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050" b="1" dirty="0" err="1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업로드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7736" y="2880360"/>
            <a:ext cx="987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NSFW 필터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693012" y="2542032"/>
            <a:ext cx="105156" cy="128016"/>
          </a:xfrm>
          <a:prstGeom prst="line">
            <a:avLst/>
          </a:prstGeom>
          <a:solidFill>
            <a:srgbClr val="8B7FB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816456" y="2011680"/>
            <a:ext cx="10972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1926184" y="2121408"/>
            <a:ext cx="384048" cy="384048"/>
          </a:xfrm>
          <a:prstGeom prst="ellipse">
            <a:avLst/>
          </a:prstGeom>
          <a:solidFill>
            <a:srgbClr val="D8D3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1926184" y="21214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871320" y="2560320"/>
            <a:ext cx="9875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VARCO GLB 생성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871320" y="2880360"/>
            <a:ext cx="987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참조 3D 모델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936596" y="2542032"/>
            <a:ext cx="105156" cy="128016"/>
          </a:xfrm>
          <a:prstGeom prst="line">
            <a:avLst/>
          </a:prstGeom>
          <a:solidFill>
            <a:srgbClr val="8B7FB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3060040" y="2011680"/>
            <a:ext cx="10972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3169768" y="2121408"/>
            <a:ext cx="384048" cy="384048"/>
          </a:xfrm>
          <a:prstGeom prst="ellipse">
            <a:avLst/>
          </a:prstGeom>
          <a:solidFill>
            <a:srgbClr val="D8D3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3169768" y="21214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114904" y="2560320"/>
            <a:ext cx="9875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정면/</a:t>
            </a:r>
            <a:r>
              <a:rPr lang="en-US" sz="1050" b="1" dirty="0" err="1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측면</a:t>
            </a:r>
            <a:r>
              <a:rPr lang="en-US" sz="1050" b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050" b="1" dirty="0" err="1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렌더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114904" y="2880360"/>
            <a:ext cx="987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특징 비교용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180180" y="2542032"/>
            <a:ext cx="105156" cy="128016"/>
          </a:xfrm>
          <a:prstGeom prst="line">
            <a:avLst/>
          </a:prstGeom>
          <a:solidFill>
            <a:srgbClr val="8B7FB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4303624" y="2011680"/>
            <a:ext cx="10972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4413352" y="2121408"/>
            <a:ext cx="384048" cy="384048"/>
          </a:xfrm>
          <a:prstGeom prst="ellipse">
            <a:avLst/>
          </a:prstGeom>
          <a:solidFill>
            <a:srgbClr val="D8D3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4413352" y="21214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358488" y="2560320"/>
            <a:ext cx="9875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Morph 매핑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358488" y="2880360"/>
            <a:ext cx="987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MediaPipe → 슬라이더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423764" y="2542032"/>
            <a:ext cx="105156" cy="128016"/>
          </a:xfrm>
          <a:prstGeom prst="line">
            <a:avLst/>
          </a:prstGeom>
          <a:solidFill>
            <a:srgbClr val="8B7FB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5547208" y="2011680"/>
            <a:ext cx="10972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5656936" y="2121408"/>
            <a:ext cx="384048" cy="384048"/>
          </a:xfrm>
          <a:prstGeom prst="ellipse">
            <a:avLst/>
          </a:prstGeom>
          <a:solidFill>
            <a:srgbClr val="D8D3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5656936" y="21214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602072" y="2560320"/>
            <a:ext cx="9875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Bone Scale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602072" y="2880360"/>
            <a:ext cx="987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체형 비율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667348" y="2542032"/>
            <a:ext cx="105156" cy="128016"/>
          </a:xfrm>
          <a:prstGeom prst="line">
            <a:avLst/>
          </a:prstGeom>
          <a:solidFill>
            <a:srgbClr val="8B7FB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6790792" y="2011680"/>
            <a:ext cx="10972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6900520" y="2121408"/>
            <a:ext cx="384048" cy="384048"/>
          </a:xfrm>
          <a:prstGeom prst="ellipse">
            <a:avLst/>
          </a:prstGeom>
          <a:solidFill>
            <a:srgbClr val="D8D3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6900520" y="21214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845656" y="2560320"/>
            <a:ext cx="9875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Material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845656" y="2880360"/>
            <a:ext cx="987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피부·눈동자·헤어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7910932" y="2542032"/>
            <a:ext cx="105156" cy="128016"/>
          </a:xfrm>
          <a:prstGeom prst="line">
            <a:avLst/>
          </a:prstGeom>
          <a:solidFill>
            <a:srgbClr val="8B7FB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8034376" y="2011680"/>
            <a:ext cx="10972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8144104" y="2121408"/>
            <a:ext cx="384048" cy="384048"/>
          </a:xfrm>
          <a:prstGeom prst="ellipse">
            <a:avLst/>
          </a:prstGeom>
          <a:solidFill>
            <a:srgbClr val="D8D3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/>
          <p:nvPr/>
        </p:nvSpPr>
        <p:spPr>
          <a:xfrm>
            <a:off x="8144104" y="21214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8089240" y="2560320"/>
            <a:ext cx="9875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유사도 검증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8089240" y="2880360"/>
            <a:ext cx="987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코사인 ≥ 85%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9154516" y="2542032"/>
            <a:ext cx="105156" cy="128016"/>
          </a:xfrm>
          <a:prstGeom prst="line">
            <a:avLst/>
          </a:prstGeom>
          <a:solidFill>
            <a:srgbClr val="8B7FB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9277960" y="2011680"/>
            <a:ext cx="10972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9387688" y="2121408"/>
            <a:ext cx="384048" cy="384048"/>
          </a:xfrm>
          <a:prstGeom prst="ellipse">
            <a:avLst/>
          </a:prstGeom>
          <a:solidFill>
            <a:srgbClr val="D8D3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8"/>
          <p:cNvSpPr/>
          <p:nvPr/>
        </p:nvSpPr>
        <p:spPr>
          <a:xfrm>
            <a:off x="9387688" y="21214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9332824" y="2560320"/>
            <a:ext cx="9875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Three.js 편집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9332824" y="2880360"/>
            <a:ext cx="987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&lt; 1초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10398100" y="2542032"/>
            <a:ext cx="105156" cy="128016"/>
          </a:xfrm>
          <a:prstGeom prst="line">
            <a:avLst/>
          </a:prstGeom>
          <a:solidFill>
            <a:srgbClr val="8B7FB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10521544" y="2011680"/>
            <a:ext cx="1097280" cy="1188720"/>
          </a:xfrm>
          <a:prstGeom prst="rect">
            <a:avLst/>
          </a:prstGeom>
          <a:solidFill>
            <a:srgbClr val="1B1F3A"/>
          </a:solidFill>
          <a:ln w="12700">
            <a:solidFill>
              <a:srgbClr val="1B1F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10631272" y="2121408"/>
            <a:ext cx="384048" cy="384048"/>
          </a:xfrm>
          <a:prstGeom prst="ellipse">
            <a:avLst/>
          </a:prstGeom>
          <a:solidFill>
            <a:srgbClr val="8B7FB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4"/>
          <p:cNvSpPr/>
          <p:nvPr/>
        </p:nvSpPr>
        <p:spPr>
          <a:xfrm>
            <a:off x="10631272" y="21214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10576408" y="2560320"/>
            <a:ext cx="9875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Unity VRM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10576408" y="2880360"/>
            <a:ext cx="987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5C5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리깅 출력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1670152" y="2441448"/>
            <a:ext cx="1463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2913736" y="2441448"/>
            <a:ext cx="1463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4157320" y="2441448"/>
            <a:ext cx="1463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5400904" y="2441448"/>
            <a:ext cx="1463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6644488" y="2441448"/>
            <a:ext cx="1463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7888072" y="2441448"/>
            <a:ext cx="1463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9131656" y="2441448"/>
            <a:ext cx="1463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10375240" y="2441448"/>
            <a:ext cx="1463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502920" y="3429000"/>
            <a:ext cx="11338560" cy="457200"/>
          </a:xfrm>
          <a:prstGeom prst="rect">
            <a:avLst/>
          </a:prstGeom>
          <a:solidFill>
            <a:srgbClr val="F7F7FA"/>
          </a:solidFill>
          <a:ln w="12700">
            <a:solidFill>
              <a:srgbClr val="8B7F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6"/>
          <p:cNvSpPr/>
          <p:nvPr/>
        </p:nvSpPr>
        <p:spPr>
          <a:xfrm>
            <a:off x="502920" y="3429000"/>
            <a:ext cx="73152" cy="457200"/>
          </a:xfrm>
          <a:prstGeom prst="rect">
            <a:avLst/>
          </a:prstGeom>
          <a:solidFill>
            <a:srgbClr val="8B7FB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" name="Text 77"/>
          <p:cNvSpPr/>
          <p:nvPr/>
        </p:nvSpPr>
        <p:spPr>
          <a:xfrm>
            <a:off x="777240" y="34290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설계 결정   </a:t>
            </a:r>
            <a:r>
              <a:rPr lang="en-US" sz="11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VARCO 결과는 "참조용", 최종 편집은 검증된 마스터 VTuber 템플릿(VRM 0.0)에서 수행 → VRM 호환성 100% + 메시 깨짐 방지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502920" y="4069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백엔드 처리 인프라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554584" y="4480560"/>
            <a:ext cx="148132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80"/>
          <p:cNvSpPr/>
          <p:nvPr/>
        </p:nvSpPr>
        <p:spPr>
          <a:xfrm>
            <a:off x="554584" y="4480560"/>
            <a:ext cx="1481328" cy="45720"/>
          </a:xfrm>
          <a:prstGeom prst="rect">
            <a:avLst/>
          </a:prstGeom>
          <a:solidFill>
            <a:srgbClr val="8B7FB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1"/>
          <p:cNvSpPr/>
          <p:nvPr/>
        </p:nvSpPr>
        <p:spPr>
          <a:xfrm>
            <a:off x="609448" y="45720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Client</a:t>
            </a:r>
            <a:endParaRPr lang="en-US" sz="1050" dirty="0"/>
          </a:p>
        </p:txBody>
      </p:sp>
      <p:sp>
        <p:nvSpPr>
          <p:cNvPr id="84" name="Text 82"/>
          <p:cNvSpPr/>
          <p:nvPr/>
        </p:nvSpPr>
        <p:spPr>
          <a:xfrm>
            <a:off x="2035912" y="4704588"/>
            <a:ext cx="118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2154784" y="4480560"/>
            <a:ext cx="148132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6" name="Shape 84"/>
          <p:cNvSpPr/>
          <p:nvPr/>
        </p:nvSpPr>
        <p:spPr>
          <a:xfrm>
            <a:off x="2154784" y="4480560"/>
            <a:ext cx="1481328" cy="45720"/>
          </a:xfrm>
          <a:prstGeom prst="rect">
            <a:avLst/>
          </a:prstGeom>
          <a:solidFill>
            <a:srgbClr val="8B7FB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7" name="Text 85"/>
          <p:cNvSpPr/>
          <p:nvPr/>
        </p:nvSpPr>
        <p:spPr>
          <a:xfrm>
            <a:off x="2209648" y="45720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Spring Boot API</a:t>
            </a:r>
            <a:endParaRPr lang="en-US" sz="1050" dirty="0"/>
          </a:p>
        </p:txBody>
      </p:sp>
      <p:sp>
        <p:nvSpPr>
          <p:cNvPr id="88" name="Text 86"/>
          <p:cNvSpPr/>
          <p:nvPr/>
        </p:nvSpPr>
        <p:spPr>
          <a:xfrm>
            <a:off x="2209648" y="491947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CRUD · 인증 · 결제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3636112" y="4704588"/>
            <a:ext cx="118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3754984" y="4480560"/>
            <a:ext cx="148132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1" name="Shape 89"/>
          <p:cNvSpPr/>
          <p:nvPr/>
        </p:nvSpPr>
        <p:spPr>
          <a:xfrm>
            <a:off x="3754984" y="4480560"/>
            <a:ext cx="1481328" cy="45720"/>
          </a:xfrm>
          <a:prstGeom prst="rect">
            <a:avLst/>
          </a:prstGeom>
          <a:solidFill>
            <a:srgbClr val="8B7FB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2" name="Text 90"/>
          <p:cNvSpPr/>
          <p:nvPr/>
        </p:nvSpPr>
        <p:spPr>
          <a:xfrm>
            <a:off x="3809848" y="45720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Job DB</a:t>
            </a:r>
            <a:endParaRPr lang="en-US" sz="1050" dirty="0"/>
          </a:p>
        </p:txBody>
      </p:sp>
      <p:sp>
        <p:nvSpPr>
          <p:cNvPr id="93" name="Text 91"/>
          <p:cNvSpPr/>
          <p:nvPr/>
        </p:nvSpPr>
        <p:spPr>
          <a:xfrm>
            <a:off x="3809848" y="491947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PostgreSQL + Prisma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5236312" y="4704588"/>
            <a:ext cx="118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5355184" y="4480560"/>
            <a:ext cx="148132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6" name="Shape 94"/>
          <p:cNvSpPr/>
          <p:nvPr/>
        </p:nvSpPr>
        <p:spPr>
          <a:xfrm>
            <a:off x="5355184" y="4480560"/>
            <a:ext cx="1481328" cy="45720"/>
          </a:xfrm>
          <a:prstGeom prst="rect">
            <a:avLst/>
          </a:prstGeom>
          <a:solidFill>
            <a:srgbClr val="8B7FB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7" name="Text 95"/>
          <p:cNvSpPr/>
          <p:nvPr/>
        </p:nvSpPr>
        <p:spPr>
          <a:xfrm>
            <a:off x="5410048" y="45720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Redis / Kafka Q</a:t>
            </a:r>
            <a:endParaRPr lang="en-US" sz="1050" dirty="0"/>
          </a:p>
        </p:txBody>
      </p:sp>
      <p:sp>
        <p:nvSpPr>
          <p:cNvPr id="98" name="Text 96"/>
          <p:cNvSpPr/>
          <p:nvPr/>
        </p:nvSpPr>
        <p:spPr>
          <a:xfrm>
            <a:off x="5410048" y="491947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비동기 큐</a:t>
            </a:r>
            <a:endParaRPr lang="en-US" sz="850" dirty="0"/>
          </a:p>
        </p:txBody>
      </p:sp>
      <p:sp>
        <p:nvSpPr>
          <p:cNvPr id="99" name="Text 97"/>
          <p:cNvSpPr/>
          <p:nvPr/>
        </p:nvSpPr>
        <p:spPr>
          <a:xfrm>
            <a:off x="6836512" y="4704588"/>
            <a:ext cx="118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00" name="Shape 98"/>
          <p:cNvSpPr/>
          <p:nvPr/>
        </p:nvSpPr>
        <p:spPr>
          <a:xfrm>
            <a:off x="6955384" y="4480560"/>
            <a:ext cx="148132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" name="Shape 99"/>
          <p:cNvSpPr/>
          <p:nvPr/>
        </p:nvSpPr>
        <p:spPr>
          <a:xfrm>
            <a:off x="6955384" y="4480560"/>
            <a:ext cx="1481328" cy="45720"/>
          </a:xfrm>
          <a:prstGeom prst="rect">
            <a:avLst/>
          </a:prstGeom>
          <a:solidFill>
            <a:srgbClr val="8B7FB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2" name="Text 100"/>
          <p:cNvSpPr/>
          <p:nvPr/>
        </p:nvSpPr>
        <p:spPr>
          <a:xfrm>
            <a:off x="7010248" y="45720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MediaPipe Worker</a:t>
            </a:r>
            <a:endParaRPr lang="en-US" sz="1050" dirty="0"/>
          </a:p>
        </p:txBody>
      </p:sp>
      <p:sp>
        <p:nvSpPr>
          <p:cNvPr id="103" name="Text 101"/>
          <p:cNvSpPr/>
          <p:nvPr/>
        </p:nvSpPr>
        <p:spPr>
          <a:xfrm>
            <a:off x="7010248" y="491947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Python · BiSeNet</a:t>
            </a:r>
            <a:endParaRPr lang="en-US" sz="850" dirty="0"/>
          </a:p>
        </p:txBody>
      </p:sp>
      <p:sp>
        <p:nvSpPr>
          <p:cNvPr id="104" name="Text 102"/>
          <p:cNvSpPr/>
          <p:nvPr/>
        </p:nvSpPr>
        <p:spPr>
          <a:xfrm>
            <a:off x="8436712" y="4704588"/>
            <a:ext cx="118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05" name="Shape 103"/>
          <p:cNvSpPr/>
          <p:nvPr/>
        </p:nvSpPr>
        <p:spPr>
          <a:xfrm>
            <a:off x="8555584" y="4480560"/>
            <a:ext cx="148132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6" name="Shape 104"/>
          <p:cNvSpPr/>
          <p:nvPr/>
        </p:nvSpPr>
        <p:spPr>
          <a:xfrm>
            <a:off x="8555584" y="4480560"/>
            <a:ext cx="1481328" cy="45720"/>
          </a:xfrm>
          <a:prstGeom prst="rect">
            <a:avLst/>
          </a:prstGeom>
          <a:solidFill>
            <a:srgbClr val="8B7FB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7" name="Text 105"/>
          <p:cNvSpPr/>
          <p:nvPr/>
        </p:nvSpPr>
        <p:spPr>
          <a:xfrm>
            <a:off x="8610448" y="45720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WebSocket / SSE</a:t>
            </a:r>
            <a:endParaRPr lang="en-US" sz="1050" dirty="0"/>
          </a:p>
        </p:txBody>
      </p:sp>
      <p:sp>
        <p:nvSpPr>
          <p:cNvPr id="108" name="Text 106"/>
          <p:cNvSpPr/>
          <p:nvPr/>
        </p:nvSpPr>
        <p:spPr>
          <a:xfrm>
            <a:off x="8610448" y="491947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진행률 전달</a:t>
            </a:r>
            <a:endParaRPr lang="en-US" sz="850" dirty="0"/>
          </a:p>
        </p:txBody>
      </p:sp>
      <p:sp>
        <p:nvSpPr>
          <p:cNvPr id="109" name="Text 107"/>
          <p:cNvSpPr/>
          <p:nvPr/>
        </p:nvSpPr>
        <p:spPr>
          <a:xfrm>
            <a:off x="10036912" y="4704588"/>
            <a:ext cx="118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10" name="Shape 108"/>
          <p:cNvSpPr/>
          <p:nvPr/>
        </p:nvSpPr>
        <p:spPr>
          <a:xfrm>
            <a:off x="10155784" y="4480560"/>
            <a:ext cx="148132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1" name="Shape 109"/>
          <p:cNvSpPr/>
          <p:nvPr/>
        </p:nvSpPr>
        <p:spPr>
          <a:xfrm>
            <a:off x="10155784" y="4480560"/>
            <a:ext cx="1481328" cy="45720"/>
          </a:xfrm>
          <a:prstGeom prst="rect">
            <a:avLst/>
          </a:prstGeom>
          <a:solidFill>
            <a:srgbClr val="8B7FB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2" name="Text 110"/>
          <p:cNvSpPr/>
          <p:nvPr/>
        </p:nvSpPr>
        <p:spPr>
          <a:xfrm>
            <a:off x="10210648" y="45720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S3 / Redis 저장</a:t>
            </a:r>
            <a:endParaRPr lang="en-US" sz="1050" dirty="0"/>
          </a:p>
        </p:txBody>
      </p:sp>
      <p:sp>
        <p:nvSpPr>
          <p:cNvPr id="113" name="Text 111"/>
          <p:cNvSpPr/>
          <p:nvPr/>
        </p:nvSpPr>
        <p:spPr>
          <a:xfrm>
            <a:off x="10210648" y="491947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 영속화</a:t>
            </a:r>
            <a:endParaRPr lang="en-US" sz="850" dirty="0"/>
          </a:p>
        </p:txBody>
      </p:sp>
      <p:sp>
        <p:nvSpPr>
          <p:cNvPr id="114" name="Text 112"/>
          <p:cNvSpPr/>
          <p:nvPr/>
        </p:nvSpPr>
        <p:spPr>
          <a:xfrm>
            <a:off x="502920" y="598932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TECH STACK   </a:t>
            </a:r>
            <a:r>
              <a:rPr lang="en-US" sz="9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Next.js · TypeScript · Three.js + R3F + @pixiv/three-vrm · Spring Boot · Redis/Kafka · WebSocket/SSE · PostgreSQL · Python (MediaPipe·BiSeNet) · VARCO 3D · Blender · Unity + UniVRM · AWS (EC2·RDS·S3)</a:t>
            </a:r>
            <a:endParaRPr lang="en-US" sz="950" dirty="0"/>
          </a:p>
        </p:txBody>
      </p:sp>
      <p:sp>
        <p:nvSpPr>
          <p:cNvPr id="115" name="오른쪽 화살표[R] 114">
            <a:extLst>
              <a:ext uri="{FF2B5EF4-FFF2-40B4-BE49-F238E27FC236}">
                <a16:creationId xmlns:a16="http://schemas.microsoft.com/office/drawing/2014/main" id="{E60487A3-05F9-652B-6EEA-709517C76F4F}"/>
              </a:ext>
            </a:extLst>
          </p:cNvPr>
          <p:cNvSpPr/>
          <p:nvPr/>
        </p:nvSpPr>
        <p:spPr>
          <a:xfrm>
            <a:off x="2057401" y="4826186"/>
            <a:ext cx="79130" cy="96715"/>
          </a:xfrm>
          <a:prstGeom prst="rightArrow">
            <a:avLst/>
          </a:prstGeom>
          <a:solidFill>
            <a:srgbClr val="8B7F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1" name="오른쪽 화살표[R] 120">
            <a:extLst>
              <a:ext uri="{FF2B5EF4-FFF2-40B4-BE49-F238E27FC236}">
                <a16:creationId xmlns:a16="http://schemas.microsoft.com/office/drawing/2014/main" id="{BDE0BDB0-F616-1996-3687-FF0D766E1625}"/>
              </a:ext>
            </a:extLst>
          </p:cNvPr>
          <p:cNvSpPr/>
          <p:nvPr/>
        </p:nvSpPr>
        <p:spPr>
          <a:xfrm>
            <a:off x="3657601" y="4826186"/>
            <a:ext cx="79130" cy="96715"/>
          </a:xfrm>
          <a:prstGeom prst="rightArrow">
            <a:avLst/>
          </a:prstGeom>
          <a:solidFill>
            <a:srgbClr val="8B7F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2" name="오른쪽 화살표[R] 121">
            <a:extLst>
              <a:ext uri="{FF2B5EF4-FFF2-40B4-BE49-F238E27FC236}">
                <a16:creationId xmlns:a16="http://schemas.microsoft.com/office/drawing/2014/main" id="{76BE99BC-6DA2-D80D-4D73-C23121414B9A}"/>
              </a:ext>
            </a:extLst>
          </p:cNvPr>
          <p:cNvSpPr/>
          <p:nvPr/>
        </p:nvSpPr>
        <p:spPr>
          <a:xfrm>
            <a:off x="5266910" y="4826186"/>
            <a:ext cx="79130" cy="96715"/>
          </a:xfrm>
          <a:prstGeom prst="rightArrow">
            <a:avLst/>
          </a:prstGeom>
          <a:solidFill>
            <a:srgbClr val="8B7F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3" name="오른쪽 화살표[R] 122">
            <a:extLst>
              <a:ext uri="{FF2B5EF4-FFF2-40B4-BE49-F238E27FC236}">
                <a16:creationId xmlns:a16="http://schemas.microsoft.com/office/drawing/2014/main" id="{7F0C9448-D353-764F-7D5A-D42AC75EB49C}"/>
              </a:ext>
            </a:extLst>
          </p:cNvPr>
          <p:cNvSpPr/>
          <p:nvPr/>
        </p:nvSpPr>
        <p:spPr>
          <a:xfrm>
            <a:off x="6860955" y="4826186"/>
            <a:ext cx="79130" cy="96715"/>
          </a:xfrm>
          <a:prstGeom prst="rightArrow">
            <a:avLst/>
          </a:prstGeom>
          <a:solidFill>
            <a:srgbClr val="8B7F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4" name="오른쪽 화살표[R] 123">
            <a:extLst>
              <a:ext uri="{FF2B5EF4-FFF2-40B4-BE49-F238E27FC236}">
                <a16:creationId xmlns:a16="http://schemas.microsoft.com/office/drawing/2014/main" id="{5BEE6612-BD4E-2AF9-1855-D02578054491}"/>
              </a:ext>
            </a:extLst>
          </p:cNvPr>
          <p:cNvSpPr/>
          <p:nvPr/>
        </p:nvSpPr>
        <p:spPr>
          <a:xfrm>
            <a:off x="8449022" y="4826186"/>
            <a:ext cx="79130" cy="96715"/>
          </a:xfrm>
          <a:prstGeom prst="rightArrow">
            <a:avLst/>
          </a:prstGeom>
          <a:solidFill>
            <a:srgbClr val="8B7F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5" name="오른쪽 화살표[R] 124">
            <a:extLst>
              <a:ext uri="{FF2B5EF4-FFF2-40B4-BE49-F238E27FC236}">
                <a16:creationId xmlns:a16="http://schemas.microsoft.com/office/drawing/2014/main" id="{88CE3F1B-2149-ED5F-6FA0-E4ADF6C108AC}"/>
              </a:ext>
            </a:extLst>
          </p:cNvPr>
          <p:cNvSpPr/>
          <p:nvPr/>
        </p:nvSpPr>
        <p:spPr>
          <a:xfrm>
            <a:off x="10060466" y="4826186"/>
            <a:ext cx="79130" cy="96715"/>
          </a:xfrm>
          <a:prstGeom prst="rightArrow">
            <a:avLst/>
          </a:prstGeom>
          <a:solidFill>
            <a:srgbClr val="8B7F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7FB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11338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 ·  PROGRESS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MVP 개발 상세 — 진행 현황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914400" cy="27432"/>
          </a:xfrm>
          <a:prstGeom prst="rect">
            <a:avLst/>
          </a:prstGeom>
          <a:solidFill>
            <a:srgbClr val="8B7FB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/ 09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Virtual Avatar  ·  중간 발표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691640"/>
            <a:ext cx="11338560" cy="548640"/>
          </a:xfrm>
          <a:prstGeom prst="rect">
            <a:avLst/>
          </a:prstGeom>
          <a:solidFill>
            <a:srgbClr val="1B1F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77240" y="17373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위치   </a:t>
            </a: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Sprint 0 (2주) 완료  →  Phase 1-1 (4주) 진행 중   ·   </a:t>
            </a:r>
            <a:r>
              <a:rPr lang="en-US" sz="1200" b="1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MVP 미완료, 프로토타입 v0.5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4688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Sprint 0 PoC — 완료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788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278892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이현지  </a:t>
            </a:r>
            <a:r>
              <a:rPr lang="en-US" sz="11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VRM 0.0 표준 채택 + Blender 마스터 템플릿 모델 제작 (블렌드쉐입 이식)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291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329184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이현지  </a:t>
            </a:r>
            <a:r>
              <a:rPr lang="en-US" sz="11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블렌드쉐입 Min/Max 키 데이터 매핑 시스템 구축 완료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3794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379476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조수빈  </a:t>
            </a:r>
            <a:r>
              <a:rPr lang="en-US" sz="11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파이프라인 구조 설계 + 9개 기본 이목구비 특징 추출 구현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4297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429768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최윤수  </a:t>
            </a:r>
            <a:r>
              <a:rPr lang="en-US" sz="11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원본 + 3D GLB 렌더링 + Depth Map 결합한 특징 추출/검증 동작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4800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" y="48006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백승우  </a:t>
            </a:r>
            <a:r>
              <a:rPr lang="en-US" sz="11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Three.js 웹뷰어 구축 → 슬라이더로 3D 얼굴 실시간 편집 동작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5303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" y="530352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장동윤  </a:t>
            </a:r>
            <a:r>
              <a:rPr lang="en-US" sz="11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AWS 인프라(EC2·RDS·S3) + Spring Boot CRUD/인증 API 1차 완성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63640" y="2468880"/>
            <a:ext cx="18288" cy="3657600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492240" y="24688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1-1 — 9단계 파이프라인 상태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92240" y="2880360"/>
            <a:ext cx="164592" cy="164592"/>
          </a:xfrm>
          <a:prstGeom prst="ellipse">
            <a:avLst/>
          </a:prstGeom>
          <a:solidFill>
            <a:srgbClr val="8B7FB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766560" y="278892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01-03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589520" y="2788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업로드 → GLB → 렌더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332720" y="27889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완료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92240" y="3300984"/>
            <a:ext cx="164592" cy="164592"/>
          </a:xfrm>
          <a:prstGeom prst="ellipse">
            <a:avLst/>
          </a:prstGeom>
          <a:solidFill>
            <a:srgbClr val="8B7FB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766560" y="3209544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589520" y="320954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이목구비 추출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332720" y="3209544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9종 동작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92240" y="3721608"/>
            <a:ext cx="164592" cy="164592"/>
          </a:xfrm>
          <a:prstGeom prst="ellipse">
            <a:avLst/>
          </a:prstGeom>
          <a:solidFill>
            <a:srgbClr val="F7F7FA"/>
          </a:solidFill>
          <a:ln w="19050">
            <a:solidFill>
              <a:srgbClr val="8B7F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6766560" y="3630168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04+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589520" y="36301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헤어/악세서리 추출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332720" y="363016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BiSeNet 진행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492240" y="4142232"/>
            <a:ext cx="164592" cy="164592"/>
          </a:xfrm>
          <a:prstGeom prst="ellipse">
            <a:avLst/>
          </a:prstGeom>
          <a:solidFill>
            <a:srgbClr val="F7F7FA"/>
          </a:solidFill>
          <a:ln w="19050">
            <a:solidFill>
              <a:srgbClr val="8B7F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6766560" y="4050792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05-06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589520" y="405079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템플릿 매칭 / Morph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332720" y="405079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멀티뷰 통합 중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492240" y="4562856"/>
            <a:ext cx="164592" cy="164592"/>
          </a:xfrm>
          <a:prstGeom prst="ellipse">
            <a:avLst/>
          </a:prstGeom>
          <a:solidFill>
            <a:srgbClr val="F7F7FA"/>
          </a:solidFill>
          <a:ln w="19050">
            <a:solidFill>
              <a:srgbClr val="8B7F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6766560" y="4471416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589520" y="447141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유사도 검증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0332720" y="4471416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Depth Map 검증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492240" y="4983480"/>
            <a:ext cx="164592" cy="164592"/>
          </a:xfrm>
          <a:prstGeom prst="ellipse">
            <a:avLst/>
          </a:prstGeom>
          <a:solidFill>
            <a:srgbClr val="8B7FB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6766560" y="489204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589520" y="4892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Three.js 슬라이더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0332720" y="48920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동작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492240" y="5404104"/>
            <a:ext cx="164592" cy="164592"/>
          </a:xfrm>
          <a:prstGeom prst="ellipse">
            <a:avLst/>
          </a:prstGeom>
          <a:solidFill>
            <a:srgbClr val="F7F7FA"/>
          </a:solidFill>
          <a:ln w="19050">
            <a:solidFill>
              <a:srgbClr val="8B7F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6766560" y="5312664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589520" y="531266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Unity VRM 익스포트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0332720" y="5312664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워커 구현 예정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02920" y="5943600"/>
            <a:ext cx="11338560" cy="384048"/>
          </a:xfrm>
          <a:prstGeom prst="rect">
            <a:avLst/>
          </a:prstGeom>
          <a:solidFill>
            <a:srgbClr val="D8D3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/>
          <p:nvPr/>
        </p:nvSpPr>
        <p:spPr>
          <a:xfrm>
            <a:off x="777240" y="5943600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DEMO   </a:t>
            </a:r>
            <a:r>
              <a:rPr lang="en-US" sz="11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 업로드 → 3D 변환 → 9개 이목구비 특징 추출 → 마스터 템플릿 매칭 → 웹뷰어에서 슬라이더로 얼굴 실시간 편집까지 동작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화면 기록 2026-04-30 오전 2.07.05">
            <a:hlinkClick r:id="" action="ppaction://media"/>
            <a:extLst>
              <a:ext uri="{FF2B5EF4-FFF2-40B4-BE49-F238E27FC236}">
                <a16:creationId xmlns:a16="http://schemas.microsoft.com/office/drawing/2014/main" id="{F324CE52-6A40-CB6A-C851-EDBB6D89824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367493" y="1362456"/>
            <a:ext cx="7457014" cy="5363686"/>
          </a:xfrm>
          <a:prstGeom prst="rect">
            <a:avLst/>
          </a:prstGeom>
        </p:spPr>
      </p:pic>
      <p:sp>
        <p:nvSpPr>
          <p:cNvPr id="3" name="Text 1">
            <a:extLst>
              <a:ext uri="{FF2B5EF4-FFF2-40B4-BE49-F238E27FC236}">
                <a16:creationId xmlns:a16="http://schemas.microsoft.com/office/drawing/2014/main" id="{EA5B42DB-641A-E006-982B-B6D1A66E6DCE}"/>
              </a:ext>
            </a:extLst>
          </p:cNvPr>
          <p:cNvSpPr/>
          <p:nvPr/>
        </p:nvSpPr>
        <p:spPr>
          <a:xfrm>
            <a:off x="502920" y="411480"/>
            <a:ext cx="11338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 ·  PROGRESS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3786325-E959-2623-8068-87EBFF05D296}"/>
              </a:ext>
            </a:extLst>
          </p:cNvPr>
          <p:cNvSpPr/>
          <p:nvPr/>
        </p:nvSpPr>
        <p:spPr>
          <a:xfrm>
            <a:off x="502920" y="713232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MVP 개발 상세 — 진행 현황</a:t>
            </a:r>
            <a:endParaRPr lang="en-US" sz="28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9B2B012-6B02-A7BC-5696-AE5C826E40C9}"/>
              </a:ext>
            </a:extLst>
          </p:cNvPr>
          <p:cNvSpPr/>
          <p:nvPr/>
        </p:nvSpPr>
        <p:spPr>
          <a:xfrm>
            <a:off x="502920" y="1417320"/>
            <a:ext cx="914400" cy="27432"/>
          </a:xfrm>
          <a:prstGeom prst="rect">
            <a:avLst/>
          </a:prstGeom>
          <a:solidFill>
            <a:srgbClr val="8B7FB8"/>
          </a:solidFill>
          <a:ln/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2908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315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 mute="1">
                <p:cTn id="1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7FB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11338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 ·  TEAM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팀원별 역할 분담 &amp; 기여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914400" cy="27432"/>
          </a:xfrm>
          <a:prstGeom prst="rect">
            <a:avLst/>
          </a:prstGeom>
          <a:solidFill>
            <a:srgbClr val="8B7FB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 / 09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Virtual Avatar  ·  중간 발표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 시 1분 분량으로 각 팀원이 맡은 영역과 현재까지의 기여를 설명하는 구간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011680"/>
            <a:ext cx="11338560" cy="320040"/>
          </a:xfrm>
          <a:prstGeom prst="rect">
            <a:avLst/>
          </a:prstGeom>
          <a:solidFill>
            <a:srgbClr val="1B1F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67512" y="2011680"/>
            <a:ext cx="1069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이름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947672" y="2011680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ROLE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87952" y="2011680"/>
            <a:ext cx="3858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담당 영역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57032" y="2011680"/>
            <a:ext cx="3584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현재까지의 기여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331720"/>
            <a:ext cx="11338560" cy="6766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640080" y="2496312"/>
            <a:ext cx="54864" cy="347472"/>
          </a:xfrm>
          <a:prstGeom prst="rect">
            <a:avLst/>
          </a:prstGeom>
          <a:solidFill>
            <a:srgbClr val="8B7FB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77240" y="2331720"/>
            <a:ext cx="914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이현지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783080" y="2331720"/>
            <a:ext cx="21945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3D 마스터 템플릿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023360" y="2377440"/>
            <a:ext cx="4023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VRM 0.0 표준 채택,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Blender 기반 마스터 모델 제작,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블렌드쉐입 이식 + Min/Max 데이터 매핑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92440" y="2377440"/>
            <a:ext cx="3749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마스터 템플릿 모델 완성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블렌드쉐입 이식 + 키 데이터 매핑 완료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웹뷰어용 모델 인계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3008376"/>
            <a:ext cx="11338560" cy="676656"/>
          </a:xfrm>
          <a:prstGeom prst="rect">
            <a:avLst/>
          </a:prstGeom>
          <a:solidFill>
            <a:srgbClr val="F1F1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40080" y="3172968"/>
            <a:ext cx="54864" cy="347472"/>
          </a:xfrm>
          <a:prstGeom prst="rect">
            <a:avLst/>
          </a:prstGeom>
          <a:solidFill>
            <a:srgbClr val="8B7FB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77240" y="3008376"/>
            <a:ext cx="914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조수빈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783080" y="3008376"/>
            <a:ext cx="21945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특징 추출 / 파이프라인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023360" y="3054096"/>
            <a:ext cx="4023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2D→3D 변환 후 멀티뷰 특징 추출,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파이프라인 구조 설계,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템플릿 매칭 + 슬라이더 초기값 반환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092440" y="3054096"/>
            <a:ext cx="3749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파이프라인 구조 설계 + 코드 작성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9개 기본 이목구비 추출 완료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헤어/악세서리(BiSeNet) 진행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" y="3685032"/>
            <a:ext cx="11338560" cy="6766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640080" y="3849624"/>
            <a:ext cx="54864" cy="347472"/>
          </a:xfrm>
          <a:prstGeom prst="rect">
            <a:avLst/>
          </a:prstGeom>
          <a:solidFill>
            <a:srgbClr val="8B7FB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777240" y="3685032"/>
            <a:ext cx="914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최윤수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783080" y="3685032"/>
            <a:ext cx="21945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렌더링 검증 / Unity VRM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023360" y="3730752"/>
            <a:ext cx="4023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3D GLB 렌더링 + Depth Map 검증,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Unity + UniVRM 익스포트 워커,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어드민 대시보드 / 버전 관리 UI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092440" y="3730752"/>
            <a:ext cx="3749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원본 + 렌더링 결합 특징 추출 동작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Depth Map 결과 검증 기능 구현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멀티뷰 통합 추출 작업 중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2920" y="4361688"/>
            <a:ext cx="11338560" cy="676656"/>
          </a:xfrm>
          <a:prstGeom prst="rect">
            <a:avLst/>
          </a:prstGeom>
          <a:solidFill>
            <a:srgbClr val="F1F1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640080" y="4526280"/>
            <a:ext cx="54864" cy="347472"/>
          </a:xfrm>
          <a:prstGeom prst="rect">
            <a:avLst/>
          </a:prstGeom>
          <a:solidFill>
            <a:srgbClr val="8B7FB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777240" y="4361688"/>
            <a:ext cx="914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백승우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783080" y="4361688"/>
            <a:ext cx="21945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3D 웹뷰어 / 슬라이더 편집기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023360" y="4407408"/>
            <a:ext cx="4023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Three.js 기반 웹 3D 뷰어,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마스터 템플릿 모델 로드,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슬라이더 ↔ 블렌드쉐입 실시간 연동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092440" y="4407408"/>
            <a:ext cx="3749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웹뷰어 구축 완료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이현지 마스터 모델 연동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슬라이더로 얼굴 실시간 편집 동작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02920" y="5038344"/>
            <a:ext cx="11338560" cy="6766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640080" y="5202936"/>
            <a:ext cx="54864" cy="347472"/>
          </a:xfrm>
          <a:prstGeom prst="rect">
            <a:avLst/>
          </a:prstGeom>
          <a:solidFill>
            <a:srgbClr val="8B7FB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777240" y="5038344"/>
            <a:ext cx="914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장동윤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783080" y="5038344"/>
            <a:ext cx="21945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백엔드 / AWS 인프라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023360" y="5084064"/>
            <a:ext cx="4023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Spring Boot API (CRUD·인증·결제),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Redis / Kafka 큐 + WebSocket·SSE,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MediaPipe 워커 연동, AWS(EC2·RDS·S3)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092440" y="5084064"/>
            <a:ext cx="3749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AWS 인프라(EC2·RDS·S3) 셋업 완료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Spring Boot CRUD/인증 API 1차 완성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큐 기반 워커 연동 PoC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02920" y="585216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협업 흐름   </a:t>
            </a:r>
            <a:r>
              <a:rPr lang="en-US" sz="1050" i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이현지(템플릿 모델) → 백승우(웹뷰어 슬라이더 연결) · 조수빈(특징 추출) → 최윤수(검증·VRM 출력) · 장동윤(API·인프라가 전체를 연결)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7FB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11338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  ·  NEXT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향후</a:t>
            </a:r>
            <a:r>
              <a:rPr lang="en-US" sz="2800" b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800" b="1" dirty="0" err="1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계획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914400" cy="27432"/>
          </a:xfrm>
          <a:prstGeom prst="rect">
            <a:avLst/>
          </a:prstGeom>
          <a:solidFill>
            <a:srgbClr val="8B7FB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 / 09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Virtual Avatar  ·  중간 발표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남은 일정 (총 약 6주)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103120"/>
            <a:ext cx="55778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502920" y="2103120"/>
            <a:ext cx="73152" cy="1371600"/>
          </a:xfrm>
          <a:prstGeom prst="rect">
            <a:avLst/>
          </a:prstGeom>
          <a:solidFill>
            <a:srgbClr val="8B7FB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77240" y="221284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1-2   </a:t>
            </a: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4주  ·  서비스 완성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2542032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100" dirty="0" err="1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</a:t>
            </a:r>
            <a:r>
              <a:rPr lang="en-US" altLang="ko-KR" sz="11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100" dirty="0" err="1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업로드</a:t>
            </a:r>
            <a:r>
              <a:rPr lang="en-US" altLang="ko-KR" sz="11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· VARCO 3D  · </a:t>
            </a:r>
            <a:r>
              <a:rPr lang="ko-KR" altLang="en-US" sz="11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마스터 템플릿 적용 </a:t>
            </a:r>
            <a:r>
              <a:rPr lang="en-US" altLang="ko-KR" sz="11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=&gt; </a:t>
            </a:r>
            <a:r>
              <a:rPr lang="ko-KR" altLang="en-US" sz="11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파이프라인 완성</a:t>
            </a:r>
            <a:endParaRPr lang="en-US" altLang="ko-KR" sz="1100" dirty="0">
              <a:solidFill>
                <a:srgbClr val="2C2E3A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r>
              <a:rPr lang="en-US" altLang="ko-KR" sz="11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OAuth </a:t>
            </a:r>
            <a:r>
              <a:rPr lang="en-US" altLang="ko-KR" sz="1100" dirty="0" err="1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인증</a:t>
            </a:r>
            <a:r>
              <a:rPr lang="en-US" altLang="ko-KR" sz="11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·  </a:t>
            </a:r>
            <a:r>
              <a:rPr lang="en-US" altLang="ko-KR" sz="1100" dirty="0" err="1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유사도</a:t>
            </a:r>
            <a:r>
              <a:rPr lang="en-US" altLang="ko-KR" sz="11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100" dirty="0" err="1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</a:t>
            </a:r>
            <a:r>
              <a:rPr lang="en-US" altLang="ko-KR" sz="11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100" dirty="0" err="1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게이트</a:t>
            </a:r>
            <a:r>
              <a:rPr lang="en-US" altLang="ko-KR" sz="11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·  </a:t>
            </a:r>
            <a:r>
              <a:rPr lang="en-US" altLang="ko-KR" sz="1100" dirty="0" err="1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NSFW·실존인물</a:t>
            </a:r>
            <a:r>
              <a:rPr lang="en-US" altLang="ko-KR" sz="11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100" dirty="0" err="1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필터</a:t>
            </a:r>
            <a:endParaRPr lang="en-US" altLang="ko-KR" sz="1100" dirty="0">
              <a:solidFill>
                <a:srgbClr val="2C2E3A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81928" y="2103120"/>
            <a:ext cx="55778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281928" y="2103120"/>
            <a:ext cx="73152" cy="1371600"/>
          </a:xfrm>
          <a:prstGeom prst="rect">
            <a:avLst/>
          </a:prstGeom>
          <a:solidFill>
            <a:srgbClr val="8B7FB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556248" y="2212847"/>
            <a:ext cx="5120640" cy="3165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1-3   </a:t>
            </a: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2주  ·  QA &amp; 런칭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56248" y="2542032"/>
            <a:ext cx="5120640" cy="791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 테스트  ·  베타 (VTuber 50명)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성능 최적화 (LOD·KTX2)  ·  부하 테스트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383344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3개월 평가 지표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4153486"/>
            <a:ext cx="5577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가입 3,000명  ·  생성 완료율 60%+  ·  샘플→결제 전환율 8%+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슬라이더 반응 &lt; 1초 (P95)  ·  VRM 호환률 99%+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79224" y="0"/>
            <a:ext cx="109728" cy="6858000"/>
          </a:xfrm>
          <a:prstGeom prst="rect">
            <a:avLst/>
          </a:prstGeom>
          <a:solidFill>
            <a:srgbClr val="8B7FB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CLOSING  ·  Q&amp;A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메시지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737360" y="2377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시장과 문제는 명확하다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37360" y="276148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5C5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VTuber 시장은 폭발적으로 성장하지만 진입장벽(시간·비용·저작권)은 그대로.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3375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737360" y="3337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포지션은 비어 있다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737360" y="372160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5C5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생성 + 슬라이더 편집 + VRM 출력 + 사용자 저작권을 모두 충족하는 제품은 현재 없다.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42976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737360" y="4297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최대 기술 리스크는 해소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37360" y="468172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5C5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PoC 통과, 프로토타입 v0.5에서 핵심 흐름 end-to-end 동작. 남은 6주는 결제·인증·QA·베타.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5486400"/>
            <a:ext cx="1371600" cy="36576"/>
          </a:xfrm>
          <a:prstGeom prst="rect">
            <a:avLst/>
          </a:prstGeom>
          <a:solidFill>
            <a:srgbClr val="8B7FB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731520" y="56235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Thank you.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2654</Words>
  <Application>Microsoft Macintosh PowerPoint</Application>
  <PresentationFormat>와이드스크린</PresentationFormat>
  <Paragraphs>300</Paragraphs>
  <Slides>9</Slides>
  <Notes>9</Notes>
  <HiddenSlides>0</HiddenSlides>
  <MMClips>1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Noto Sans KR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Virtual Avatar - 중간 발표</dc:title>
  <dc:subject>PptxGenJS Presentation</dc:subject>
  <dc:creator>PptxGenJS</dc:creator>
  <cp:lastModifiedBy>백승우[ 학부재학 / 컴퓨터학과 ]</cp:lastModifiedBy>
  <cp:revision>8</cp:revision>
  <dcterms:created xsi:type="dcterms:W3CDTF">2026-04-29T16:42:29Z</dcterms:created>
  <dcterms:modified xsi:type="dcterms:W3CDTF">2026-04-29T17:53:29Z</dcterms:modified>
</cp:coreProperties>
</file>